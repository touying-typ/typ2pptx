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802005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+ This is a speaker note. </a:t>
            </a:r>
          </a:p>
          <a:p>
            <a:r>
              <a:t>+ You won't see it unless you use `config-common(show-notes-on-second-screen: right)`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15797" y="452485"/>
            <a:ext cx="326956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74">
                <a:solidFill>
                  <a:srgbClr val="04364A"/>
                </a:solidFill>
                <a:latin typeface="Consolas"/>
              </a:rPr>
              <a:t>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98484" y="1115996"/>
            <a:ext cx="1021994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1" i="0" sz="3720">
                <a:solidFill>
                  <a:srgbClr val="04364A"/>
                </a:solidFill>
                <a:latin typeface="Arial"/>
              </a:rPr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3302" y="2026700"/>
            <a:ext cx="892408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2232">
                <a:solidFill>
                  <a:srgbClr val="04364A"/>
                </a:solidFill>
                <a:latin typeface="Arial"/>
              </a:rPr>
              <a:t>Subtitle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94033" y="2513390"/>
            <a:ext cx="630936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1488">
                <a:solidFill>
                  <a:srgbClr val="000000"/>
                </a:solidFill>
                <a:latin typeface="Arial"/>
              </a:rPr>
              <a:t>Authors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41226" y="3060422"/>
            <a:ext cx="736549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1339">
                <a:solidFill>
                  <a:srgbClr val="000000"/>
                </a:solidFill>
                <a:latin typeface="Arial"/>
              </a:rPr>
              <a:t>Institution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74525" y="3381559"/>
            <a:ext cx="66995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1190">
                <a:solidFill>
                  <a:srgbClr val="000000"/>
                </a:solidFill>
                <a:latin typeface="Arial"/>
              </a:rPr>
              <a:t>2026-04-15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0" y="0"/>
            <a:ext cx="501187" cy="19050"/>
          </a:xfrm>
          <a:custGeom>
            <a:avLst/>
            <a:gdLst/>
            <a:ahLst/>
            <a:cxnLst/>
            <a:rect l="l" t="t" r="r" b="b"/>
            <a:pathLst>
              <a:path w="501187" h="19050">
                <a:moveTo>
                  <a:pt x="0" y="0"/>
                </a:moveTo>
                <a:lnTo>
                  <a:pt x="0" y="19050"/>
                </a:lnTo>
                <a:lnTo>
                  <a:pt x="501187" y="19050"/>
                </a:lnTo>
                <a:lnTo>
                  <a:pt x="501187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501186" y="0"/>
            <a:ext cx="7517812" cy="19050"/>
          </a:xfrm>
          <a:custGeom>
            <a:avLst/>
            <a:gdLst/>
            <a:ahLst/>
            <a:cxnLst/>
            <a:rect l="l" t="t" r="r" b="b"/>
            <a:pathLst>
              <a:path w="7517812" h="19050">
                <a:moveTo>
                  <a:pt x="0" y="0"/>
                </a:moveTo>
                <a:lnTo>
                  <a:pt x="0" y="19050"/>
                </a:lnTo>
                <a:lnTo>
                  <a:pt x="7517813" y="19050"/>
                </a:lnTo>
                <a:lnTo>
                  <a:pt x="7517813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2" name="Freeform 102"/>
          <p:cNvSpPr/>
          <p:nvPr/>
        </p:nvSpPr>
        <p:spPr>
          <a:xfrm>
            <a:off x="0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3" name="Freeform 103"/>
          <p:cNvSpPr/>
          <p:nvPr/>
        </p:nvSpPr>
        <p:spPr>
          <a:xfrm>
            <a:off x="2004745" y="4367812"/>
            <a:ext cx="4009500" cy="142875"/>
          </a:xfrm>
          <a:custGeom>
            <a:avLst/>
            <a:gdLst/>
            <a:ahLst/>
            <a:cxnLst/>
            <a:rect l="l" t="t" r="r" b="b"/>
            <a:pathLst>
              <a:path w="4009500" h="142875">
                <a:moveTo>
                  <a:pt x="0" y="0"/>
                </a:moveTo>
                <a:lnTo>
                  <a:pt x="0" y="142875"/>
                </a:lnTo>
                <a:lnTo>
                  <a:pt x="4009500" y="142875"/>
                </a:lnTo>
                <a:lnTo>
                  <a:pt x="4009500" y="0"/>
                </a:lnTo>
                <a:close/>
              </a:path>
            </a:pathLst>
          </a:custGeom>
          <a:solidFill>
            <a:srgbClr val="176B87"/>
          </a:solidFill>
        </p:spPr>
      </p:sp>
      <p:sp>
        <p:nvSpPr>
          <p:cNvPr id="104" name="Freeform 104"/>
          <p:cNvSpPr/>
          <p:nvPr/>
        </p:nvSpPr>
        <p:spPr>
          <a:xfrm>
            <a:off x="6014246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5" name="TextBox 104"/>
          <p:cNvSpPr txBox="1"/>
          <p:nvPr/>
        </p:nvSpPr>
        <p:spPr>
          <a:xfrm>
            <a:off x="119062" y="57588"/>
            <a:ext cx="982431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32">
                <a:solidFill>
                  <a:srgbClr val="04364A"/>
                </a:solidFill>
                <a:latin typeface="Arial"/>
              </a:rPr>
              <a:t>Outline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572984" y="76285"/>
            <a:ext cx="326956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74">
                <a:solidFill>
                  <a:srgbClr val="A7B9C0"/>
                </a:solidFill>
                <a:latin typeface="Consolas"/>
              </a:rPr>
              <a:t>🏫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6250" y="443960"/>
            <a:ext cx="3391928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1.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Animation </a:t>
            </a:r>
            <a:r>
              <a:rPr b="0" i="0" sz="1860">
                <a:solidFill>
                  <a:srgbClr val="000000"/>
                </a:solidFill>
                <a:latin typeface="Arial"/>
              </a:rPr>
              <a:t>.....................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⁠2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388958" y="443960"/>
            <a:ext cx="3153794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000000"/>
                </a:solidFill>
                <a:latin typeface="Arial"/>
              </a:rPr>
              <a:t>3.2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Multiple Pages </a:t>
            </a:r>
            <a:r>
              <a:rPr b="0" i="0" sz="1860">
                <a:solidFill>
                  <a:srgbClr val="000000"/>
                </a:solidFill>
                <a:latin typeface="Arial"/>
              </a:rPr>
              <a:t>...........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⁠15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14375" y="755427"/>
            <a:ext cx="3153803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1.1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Simple Animation </a:t>
            </a:r>
            <a:r>
              <a:rPr b="0" i="0" sz="1860">
                <a:solidFill>
                  <a:srgbClr val="000000"/>
                </a:solidFill>
                <a:latin typeface="Arial"/>
              </a:rPr>
              <a:t>.........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⁠3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150833" y="755427"/>
            <a:ext cx="3391919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000000"/>
                </a:solidFill>
                <a:latin typeface="Arial"/>
              </a:rPr>
              <a:t>4.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Appendix </a:t>
            </a:r>
            <a:r>
              <a:rPr b="0" i="0" sz="1860">
                <a:solidFill>
                  <a:srgbClr val="000000"/>
                </a:solidFill>
                <a:latin typeface="Arial"/>
              </a:rPr>
              <a:t>.....................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⁠17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14375" y="1066895"/>
            <a:ext cx="3153803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1.2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Complex Animation </a:t>
            </a:r>
            <a:r>
              <a:rPr b="0" i="0" sz="1860">
                <a:solidFill>
                  <a:srgbClr val="000000"/>
                </a:solidFill>
                <a:latin typeface="Arial"/>
              </a:rPr>
              <a:t>......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⁠4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388958" y="1066895"/>
            <a:ext cx="3153794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000000"/>
                </a:solidFill>
                <a:latin typeface="Arial"/>
              </a:rPr>
              <a:t>4.1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Appendix </a:t>
            </a:r>
            <a:r>
              <a:rPr b="0" i="0" sz="1860">
                <a:solidFill>
                  <a:srgbClr val="000000"/>
                </a:solidFill>
                <a:latin typeface="Arial"/>
              </a:rPr>
              <a:t>.................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⁠18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14375" y="1378362"/>
            <a:ext cx="3153803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1.3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Callback Style Animation </a:t>
            </a:r>
            <a:r>
              <a:rPr b="0" i="0" sz="1860">
                <a:solidFill>
                  <a:srgbClr val="000000"/>
                </a:solidFill>
                <a:latin typeface="Arial"/>
              </a:rPr>
              <a:t>.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⁠5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14375" y="1689830"/>
            <a:ext cx="1840934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1.4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Math Equation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07281" y="2001297"/>
            <a:ext cx="2760897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Animation </a:t>
            </a:r>
            <a:r>
              <a:rPr b="0" i="0" sz="1860">
                <a:solidFill>
                  <a:srgbClr val="000000"/>
                </a:solidFill>
                <a:latin typeface="Arial"/>
              </a:rPr>
              <a:t>.................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⁠6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14375" y="2312765"/>
            <a:ext cx="3153803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1.5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CeTZ Animation </a:t>
            </a:r>
            <a:r>
              <a:rPr b="0" i="0" sz="1860">
                <a:solidFill>
                  <a:srgbClr val="000000"/>
                </a:solidFill>
                <a:latin typeface="Arial"/>
              </a:rPr>
              <a:t>..........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⁠7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14375" y="2624232"/>
            <a:ext cx="3153803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1.6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Fletcher Animation </a:t>
            </a:r>
            <a:r>
              <a:rPr b="0" i="0" sz="1860">
                <a:solidFill>
                  <a:srgbClr val="000000"/>
                </a:solidFill>
                <a:latin typeface="Arial"/>
              </a:rPr>
              <a:t>.......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⁠8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76250" y="2935700"/>
            <a:ext cx="3391928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2.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Theorems </a:t>
            </a:r>
            <a:r>
              <a:rPr b="0" i="0" sz="1860">
                <a:solidFill>
                  <a:srgbClr val="000000"/>
                </a:solidFill>
                <a:latin typeface="Arial"/>
              </a:rPr>
              <a:t>......................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⁠9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14375" y="3247167"/>
            <a:ext cx="3153794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2.1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Prime numbers </a:t>
            </a:r>
            <a:r>
              <a:rPr b="0" i="0" sz="1860">
                <a:solidFill>
                  <a:srgbClr val="000000"/>
                </a:solidFill>
                <a:latin typeface="Arial"/>
              </a:rPr>
              <a:t>..........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⁠10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76250" y="3558635"/>
            <a:ext cx="3391919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3.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Others </a:t>
            </a:r>
            <a:r>
              <a:rPr b="0" i="0" sz="1860">
                <a:solidFill>
                  <a:srgbClr val="000000"/>
                </a:solidFill>
                <a:latin typeface="Arial"/>
              </a:rPr>
              <a:t>........................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⁠13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14375" y="3870102"/>
            <a:ext cx="3153794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3.1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Side-by-side </a:t>
            </a:r>
            <a:r>
              <a:rPr b="0" i="0" sz="1860">
                <a:solidFill>
                  <a:srgbClr val="000000"/>
                </a:solidFill>
                <a:latin typeface="Arial"/>
              </a:rPr>
              <a:t>..............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⁠14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44638" y="4394996"/>
            <a:ext cx="31546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Authors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919242" y="4394996"/>
            <a:ext cx="18050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744">
                <a:solidFill>
                  <a:srgbClr val="FFFFFF"/>
                </a:solidFill>
                <a:latin typeface="Arial"/>
              </a:rPr>
              <a:t>Title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481505" y="4394996"/>
            <a:ext cx="4187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2026-04-15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40479" y="4394996"/>
            <a:ext cx="21125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744">
                <a:solidFill>
                  <a:srgbClr val="FFFFFF"/>
                </a:solidFill>
                <a:latin typeface="Arial"/>
              </a:rPr>
              <a:t>1 / </a:t>
            </a:r>
            <a:r>
              <a:rPr b="0" i="0" sz="744">
                <a:solidFill>
                  <a:srgbClr val="FFFFFF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1889550" y="2566387"/>
            <a:ext cx="529987" cy="19050"/>
          </a:xfrm>
          <a:custGeom>
            <a:avLst/>
            <a:gdLst/>
            <a:ahLst/>
            <a:cxnLst/>
            <a:rect l="l" t="t" r="r" b="b"/>
            <a:pathLst>
              <a:path w="529987" h="19050">
                <a:moveTo>
                  <a:pt x="0" y="0"/>
                </a:moveTo>
                <a:lnTo>
                  <a:pt x="0" y="19050"/>
                </a:lnTo>
                <a:lnTo>
                  <a:pt x="529987" y="19050"/>
                </a:lnTo>
                <a:lnTo>
                  <a:pt x="529987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2419540" y="2566387"/>
            <a:ext cx="3709912" cy="19050"/>
          </a:xfrm>
          <a:custGeom>
            <a:avLst/>
            <a:gdLst/>
            <a:ahLst/>
            <a:cxnLst/>
            <a:rect l="l" t="t" r="r" b="b"/>
            <a:pathLst>
              <a:path w="3709912" h="19050">
                <a:moveTo>
                  <a:pt x="0" y="0"/>
                </a:moveTo>
                <a:lnTo>
                  <a:pt x="0" y="19050"/>
                </a:lnTo>
                <a:lnTo>
                  <a:pt x="3709913" y="19050"/>
                </a:lnTo>
                <a:lnTo>
                  <a:pt x="3709913" y="0"/>
                </a:lnTo>
                <a:close/>
              </a:path>
            </a:pathLst>
          </a:custGeom>
          <a:solidFill>
            <a:srgbClr val="A0A0A0"/>
          </a:solidFill>
        </p:spPr>
      </p:sp>
      <p:sp>
        <p:nvSpPr>
          <p:cNvPr id="102" name="TextBox 101"/>
          <p:cNvSpPr txBox="1"/>
          <p:nvPr/>
        </p:nvSpPr>
        <p:spPr>
          <a:xfrm>
            <a:off x="1889550" y="2050761"/>
            <a:ext cx="2140981" cy="3571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790">
                <a:solidFill>
                  <a:srgbClr val="04364A"/>
                </a:solidFill>
                <a:latin typeface="Arial"/>
              </a:rPr>
              <a:t>1.</a:t>
            </a:r>
            <a:r>
              <a:rPr b="1" i="0" sz="2790">
                <a:solidFill>
                  <a:srgbClr val="04364A"/>
                </a:solidFill>
                <a:latin typeface="Arial"/>
              </a:rPr>
              <a:t> Animation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0" y="0"/>
            <a:ext cx="1503562" cy="19050"/>
          </a:xfrm>
          <a:custGeom>
            <a:avLst/>
            <a:gdLst/>
            <a:ahLst/>
            <a:cxnLst/>
            <a:rect l="l" t="t" r="r" b="b"/>
            <a:pathLst>
              <a:path w="1503562" h="19050">
                <a:moveTo>
                  <a:pt x="0" y="0"/>
                </a:moveTo>
                <a:lnTo>
                  <a:pt x="0" y="19050"/>
                </a:lnTo>
                <a:lnTo>
                  <a:pt x="1503562" y="19050"/>
                </a:lnTo>
                <a:lnTo>
                  <a:pt x="1503562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1503559" y="0"/>
            <a:ext cx="6515437" cy="19050"/>
          </a:xfrm>
          <a:custGeom>
            <a:avLst/>
            <a:gdLst/>
            <a:ahLst/>
            <a:cxnLst/>
            <a:rect l="l" t="t" r="r" b="b"/>
            <a:pathLst>
              <a:path w="6515437" h="19050">
                <a:moveTo>
                  <a:pt x="0" y="0"/>
                </a:moveTo>
                <a:lnTo>
                  <a:pt x="0" y="19050"/>
                </a:lnTo>
                <a:lnTo>
                  <a:pt x="6515438" y="19050"/>
                </a:lnTo>
                <a:lnTo>
                  <a:pt x="6515438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2" name="Freeform 102"/>
          <p:cNvSpPr/>
          <p:nvPr/>
        </p:nvSpPr>
        <p:spPr>
          <a:xfrm>
            <a:off x="0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3" name="Freeform 103"/>
          <p:cNvSpPr/>
          <p:nvPr/>
        </p:nvSpPr>
        <p:spPr>
          <a:xfrm>
            <a:off x="2004745" y="4367812"/>
            <a:ext cx="4009500" cy="142875"/>
          </a:xfrm>
          <a:custGeom>
            <a:avLst/>
            <a:gdLst/>
            <a:ahLst/>
            <a:cxnLst/>
            <a:rect l="l" t="t" r="r" b="b"/>
            <a:pathLst>
              <a:path w="4009500" h="142875">
                <a:moveTo>
                  <a:pt x="0" y="0"/>
                </a:moveTo>
                <a:lnTo>
                  <a:pt x="0" y="142875"/>
                </a:lnTo>
                <a:lnTo>
                  <a:pt x="4009500" y="142875"/>
                </a:lnTo>
                <a:lnTo>
                  <a:pt x="4009500" y="0"/>
                </a:lnTo>
                <a:close/>
              </a:path>
            </a:pathLst>
          </a:custGeom>
          <a:solidFill>
            <a:srgbClr val="176B87"/>
          </a:solidFill>
        </p:spPr>
      </p:sp>
      <p:sp>
        <p:nvSpPr>
          <p:cNvPr id="104" name="Freeform 104"/>
          <p:cNvSpPr/>
          <p:nvPr/>
        </p:nvSpPr>
        <p:spPr>
          <a:xfrm>
            <a:off x="6014246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5" name="TextBox 104"/>
          <p:cNvSpPr txBox="1"/>
          <p:nvPr/>
        </p:nvSpPr>
        <p:spPr>
          <a:xfrm>
            <a:off x="119062" y="57588"/>
            <a:ext cx="2824353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32">
                <a:solidFill>
                  <a:srgbClr val="04364A"/>
                </a:solidFill>
                <a:latin typeface="Arial"/>
              </a:rPr>
              <a:t>1.1</a:t>
            </a:r>
            <a:r>
              <a:rPr b="1" i="0" sz="2232">
                <a:solidFill>
                  <a:srgbClr val="04364A"/>
                </a:solidFill>
                <a:latin typeface="Arial"/>
              </a:rPr>
              <a:t> Simple Animation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22101" y="76285"/>
            <a:ext cx="1677839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A7B9C0"/>
                </a:solidFill>
                <a:latin typeface="Arial"/>
              </a:rPr>
              <a:t>1.</a:t>
            </a:r>
            <a:r>
              <a:rPr b="0" i="0" sz="1860">
                <a:solidFill>
                  <a:srgbClr val="A7B9C0"/>
                </a:solidFill>
                <a:latin typeface="Arial"/>
              </a:rPr>
              <a:t> Animation</a:t>
            </a:r>
            <a:r>
              <a:rPr b="0" i="0" sz="1874">
                <a:solidFill>
                  <a:srgbClr val="A7B9C0"/>
                </a:solidFill>
                <a:latin typeface="Consolas"/>
              </a:rPr>
              <a:t> 🏫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6250" y="443960"/>
            <a:ext cx="216047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We can use </a:t>
            </a:r>
            <a:r>
              <a:rPr b="0" i="0" sz="1500">
                <a:solidFill>
                  <a:srgbClr val="000000"/>
                </a:solidFill>
                <a:latin typeface="Consolas"/>
              </a:rPr>
              <a:t>#pause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to 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6250" y="1328832"/>
            <a:ext cx="1193482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Meanwhile,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44638" y="4394996"/>
            <a:ext cx="31546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Authors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919242" y="4394996"/>
            <a:ext cx="18050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744">
                <a:solidFill>
                  <a:srgbClr val="FFFFFF"/>
                </a:solidFill>
                <a:latin typeface="Arial"/>
              </a:rPr>
              <a:t>Title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81505" y="4394996"/>
            <a:ext cx="4187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2026-04-15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40479" y="4394996"/>
            <a:ext cx="21125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744">
                <a:solidFill>
                  <a:srgbClr val="FFFFFF"/>
                </a:solidFill>
                <a:latin typeface="Arial"/>
              </a:rPr>
              <a:t>3 / </a:t>
            </a:r>
            <a:r>
              <a:rPr b="0" i="0" sz="744">
                <a:solidFill>
                  <a:srgbClr val="FFFFFF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0" y="0"/>
            <a:ext cx="1503562" cy="19050"/>
          </a:xfrm>
          <a:custGeom>
            <a:avLst/>
            <a:gdLst/>
            <a:ahLst/>
            <a:cxnLst/>
            <a:rect l="l" t="t" r="r" b="b"/>
            <a:pathLst>
              <a:path w="1503562" h="19050">
                <a:moveTo>
                  <a:pt x="0" y="0"/>
                </a:moveTo>
                <a:lnTo>
                  <a:pt x="0" y="19050"/>
                </a:lnTo>
                <a:lnTo>
                  <a:pt x="1503562" y="19050"/>
                </a:lnTo>
                <a:lnTo>
                  <a:pt x="1503562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1503559" y="0"/>
            <a:ext cx="6515437" cy="19050"/>
          </a:xfrm>
          <a:custGeom>
            <a:avLst/>
            <a:gdLst/>
            <a:ahLst/>
            <a:cxnLst/>
            <a:rect l="l" t="t" r="r" b="b"/>
            <a:pathLst>
              <a:path w="6515437" h="19050">
                <a:moveTo>
                  <a:pt x="0" y="0"/>
                </a:moveTo>
                <a:lnTo>
                  <a:pt x="0" y="19050"/>
                </a:lnTo>
                <a:lnTo>
                  <a:pt x="6515438" y="19050"/>
                </a:lnTo>
                <a:lnTo>
                  <a:pt x="6515438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2" name="Freeform 102"/>
          <p:cNvSpPr/>
          <p:nvPr/>
        </p:nvSpPr>
        <p:spPr>
          <a:xfrm>
            <a:off x="0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3" name="Freeform 103"/>
          <p:cNvSpPr/>
          <p:nvPr/>
        </p:nvSpPr>
        <p:spPr>
          <a:xfrm>
            <a:off x="2004745" y="4367812"/>
            <a:ext cx="4009500" cy="142875"/>
          </a:xfrm>
          <a:custGeom>
            <a:avLst/>
            <a:gdLst/>
            <a:ahLst/>
            <a:cxnLst/>
            <a:rect l="l" t="t" r="r" b="b"/>
            <a:pathLst>
              <a:path w="4009500" h="142875">
                <a:moveTo>
                  <a:pt x="0" y="0"/>
                </a:moveTo>
                <a:lnTo>
                  <a:pt x="0" y="142875"/>
                </a:lnTo>
                <a:lnTo>
                  <a:pt x="4009500" y="142875"/>
                </a:lnTo>
                <a:lnTo>
                  <a:pt x="4009500" y="0"/>
                </a:lnTo>
                <a:close/>
              </a:path>
            </a:pathLst>
          </a:custGeom>
          <a:solidFill>
            <a:srgbClr val="176B87"/>
          </a:solidFill>
        </p:spPr>
      </p:sp>
      <p:sp>
        <p:nvSpPr>
          <p:cNvPr id="104" name="Freeform 104"/>
          <p:cNvSpPr/>
          <p:nvPr/>
        </p:nvSpPr>
        <p:spPr>
          <a:xfrm>
            <a:off x="6014246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5" name="TextBox 104"/>
          <p:cNvSpPr txBox="1"/>
          <p:nvPr/>
        </p:nvSpPr>
        <p:spPr>
          <a:xfrm>
            <a:off x="119062" y="57588"/>
            <a:ext cx="2824353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32">
                <a:solidFill>
                  <a:srgbClr val="04364A"/>
                </a:solidFill>
                <a:latin typeface="Arial"/>
              </a:rPr>
              <a:t>1.1</a:t>
            </a:r>
            <a:r>
              <a:rPr b="1" i="0" sz="2232">
                <a:solidFill>
                  <a:srgbClr val="04364A"/>
                </a:solidFill>
                <a:latin typeface="Arial"/>
              </a:rPr>
              <a:t> Simple Animation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22101" y="76285"/>
            <a:ext cx="1677839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A7B9C0"/>
                </a:solidFill>
                <a:latin typeface="Arial"/>
              </a:rPr>
              <a:t>1.</a:t>
            </a:r>
            <a:r>
              <a:rPr b="0" i="0" sz="1860">
                <a:solidFill>
                  <a:srgbClr val="A7B9C0"/>
                </a:solidFill>
                <a:latin typeface="Arial"/>
              </a:rPr>
              <a:t> Animation</a:t>
            </a:r>
            <a:r>
              <a:rPr b="0" i="0" sz="1874">
                <a:solidFill>
                  <a:srgbClr val="A7B9C0"/>
                </a:solidFill>
                <a:latin typeface="Consolas"/>
              </a:rPr>
              <a:t> 🏫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6250" y="443960"/>
            <a:ext cx="4479083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We can use </a:t>
            </a:r>
            <a:r>
              <a:rPr b="0" i="0" sz="1500">
                <a:solidFill>
                  <a:srgbClr val="000000"/>
                </a:solidFill>
                <a:latin typeface="Consolas"/>
              </a:rPr>
              <a:t>#pause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to display something later.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6250" y="1328832"/>
            <a:ext cx="4225385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Meanwhile, we can also use </a:t>
            </a:r>
            <a:r>
              <a:rPr b="0" i="0" sz="1500">
                <a:solidFill>
                  <a:srgbClr val="000000"/>
                </a:solidFill>
                <a:latin typeface="Consolas"/>
              </a:rPr>
              <a:t>#meanwhile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to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44638" y="4394996"/>
            <a:ext cx="31546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Authors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919242" y="4394996"/>
            <a:ext cx="18050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744">
                <a:solidFill>
                  <a:srgbClr val="FFFFFF"/>
                </a:solidFill>
                <a:latin typeface="Arial"/>
              </a:rPr>
              <a:t>Title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81505" y="4394996"/>
            <a:ext cx="4187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2026-04-15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40479" y="4394996"/>
            <a:ext cx="21125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744">
                <a:solidFill>
                  <a:srgbClr val="FFFFFF"/>
                </a:solidFill>
                <a:latin typeface="Arial"/>
              </a:rPr>
              <a:t>3 / </a:t>
            </a:r>
            <a:r>
              <a:rPr b="0" i="0" sz="744">
                <a:solidFill>
                  <a:srgbClr val="FFFFFF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0" y="0"/>
            <a:ext cx="1503562" cy="19050"/>
          </a:xfrm>
          <a:custGeom>
            <a:avLst/>
            <a:gdLst/>
            <a:ahLst/>
            <a:cxnLst/>
            <a:rect l="l" t="t" r="r" b="b"/>
            <a:pathLst>
              <a:path w="1503562" h="19050">
                <a:moveTo>
                  <a:pt x="0" y="0"/>
                </a:moveTo>
                <a:lnTo>
                  <a:pt x="0" y="19050"/>
                </a:lnTo>
                <a:lnTo>
                  <a:pt x="1503562" y="19050"/>
                </a:lnTo>
                <a:lnTo>
                  <a:pt x="1503562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1503559" y="0"/>
            <a:ext cx="6515437" cy="19050"/>
          </a:xfrm>
          <a:custGeom>
            <a:avLst/>
            <a:gdLst/>
            <a:ahLst/>
            <a:cxnLst/>
            <a:rect l="l" t="t" r="r" b="b"/>
            <a:pathLst>
              <a:path w="6515437" h="19050">
                <a:moveTo>
                  <a:pt x="0" y="0"/>
                </a:moveTo>
                <a:lnTo>
                  <a:pt x="0" y="19050"/>
                </a:lnTo>
                <a:lnTo>
                  <a:pt x="6515438" y="19050"/>
                </a:lnTo>
                <a:lnTo>
                  <a:pt x="6515438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2" name="Freeform 102"/>
          <p:cNvSpPr/>
          <p:nvPr/>
        </p:nvSpPr>
        <p:spPr>
          <a:xfrm>
            <a:off x="0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3" name="Freeform 103"/>
          <p:cNvSpPr/>
          <p:nvPr/>
        </p:nvSpPr>
        <p:spPr>
          <a:xfrm>
            <a:off x="2004745" y="4367812"/>
            <a:ext cx="4009500" cy="142875"/>
          </a:xfrm>
          <a:custGeom>
            <a:avLst/>
            <a:gdLst/>
            <a:ahLst/>
            <a:cxnLst/>
            <a:rect l="l" t="t" r="r" b="b"/>
            <a:pathLst>
              <a:path w="4009500" h="142875">
                <a:moveTo>
                  <a:pt x="0" y="0"/>
                </a:moveTo>
                <a:lnTo>
                  <a:pt x="0" y="142875"/>
                </a:lnTo>
                <a:lnTo>
                  <a:pt x="4009500" y="142875"/>
                </a:lnTo>
                <a:lnTo>
                  <a:pt x="4009500" y="0"/>
                </a:lnTo>
                <a:close/>
              </a:path>
            </a:pathLst>
          </a:custGeom>
          <a:solidFill>
            <a:srgbClr val="176B87"/>
          </a:solidFill>
        </p:spPr>
      </p:sp>
      <p:sp>
        <p:nvSpPr>
          <p:cNvPr id="104" name="Freeform 104"/>
          <p:cNvSpPr/>
          <p:nvPr/>
        </p:nvSpPr>
        <p:spPr>
          <a:xfrm>
            <a:off x="6014246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5" name="TextBox 104"/>
          <p:cNvSpPr txBox="1"/>
          <p:nvPr/>
        </p:nvSpPr>
        <p:spPr>
          <a:xfrm>
            <a:off x="119062" y="57588"/>
            <a:ext cx="2824353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32">
                <a:solidFill>
                  <a:srgbClr val="04364A"/>
                </a:solidFill>
                <a:latin typeface="Arial"/>
              </a:rPr>
              <a:t>1.1</a:t>
            </a:r>
            <a:r>
              <a:rPr b="1" i="0" sz="2232">
                <a:solidFill>
                  <a:srgbClr val="04364A"/>
                </a:solidFill>
                <a:latin typeface="Arial"/>
              </a:rPr>
              <a:t> Simple Animation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22101" y="76285"/>
            <a:ext cx="1677839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A7B9C0"/>
                </a:solidFill>
                <a:latin typeface="Arial"/>
              </a:rPr>
              <a:t>1.</a:t>
            </a:r>
            <a:r>
              <a:rPr b="0" i="0" sz="1860">
                <a:solidFill>
                  <a:srgbClr val="A7B9C0"/>
                </a:solidFill>
                <a:latin typeface="Arial"/>
              </a:rPr>
              <a:t> Animation</a:t>
            </a:r>
            <a:r>
              <a:rPr b="0" i="0" sz="1874">
                <a:solidFill>
                  <a:srgbClr val="A7B9C0"/>
                </a:solidFill>
                <a:latin typeface="Consolas"/>
              </a:rPr>
              <a:t> 🏫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6250" y="443960"/>
            <a:ext cx="4479083" cy="68056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We can use </a:t>
            </a:r>
            <a:r>
              <a:rPr b="0" i="0" sz="1500">
                <a:solidFill>
                  <a:srgbClr val="000000"/>
                </a:solidFill>
                <a:latin typeface="Consolas"/>
              </a:rPr>
              <a:t>#pause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to display something later.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Just like this.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6250" y="1328832"/>
            <a:ext cx="6295663" cy="549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Meanwhile, we can also use </a:t>
            </a:r>
            <a:r>
              <a:rPr b="0" i="0" sz="1500">
                <a:solidFill>
                  <a:srgbClr val="000000"/>
                </a:solidFill>
                <a:latin typeface="Consolas"/>
              </a:rPr>
              <a:t>#meanwhile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to display other content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synchronously.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44638" y="4394996"/>
            <a:ext cx="31546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Authors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919242" y="4394996"/>
            <a:ext cx="18050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744">
                <a:solidFill>
                  <a:srgbClr val="FFFFFF"/>
                </a:solidFill>
                <a:latin typeface="Arial"/>
              </a:rPr>
              <a:t>Title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81505" y="4394996"/>
            <a:ext cx="4187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2026-04-15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40479" y="4394996"/>
            <a:ext cx="21125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744">
                <a:solidFill>
                  <a:srgbClr val="FFFFFF"/>
                </a:solidFill>
                <a:latin typeface="Arial"/>
              </a:rPr>
              <a:t>3 / </a:t>
            </a:r>
            <a:r>
              <a:rPr b="0" i="0" sz="744">
                <a:solidFill>
                  <a:srgbClr val="FFFFFF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0" y="0"/>
            <a:ext cx="2004749" cy="19050"/>
          </a:xfrm>
          <a:custGeom>
            <a:avLst/>
            <a:gdLst/>
            <a:ahLst/>
            <a:cxnLst/>
            <a:rect l="l" t="t" r="r" b="b"/>
            <a:pathLst>
              <a:path w="2004749" h="19050">
                <a:moveTo>
                  <a:pt x="0" y="0"/>
                </a:moveTo>
                <a:lnTo>
                  <a:pt x="0" y="19050"/>
                </a:lnTo>
                <a:lnTo>
                  <a:pt x="2004750" y="19050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2004745" y="0"/>
            <a:ext cx="6014249" cy="19050"/>
          </a:xfrm>
          <a:custGeom>
            <a:avLst/>
            <a:gdLst/>
            <a:ahLst/>
            <a:cxnLst/>
            <a:rect l="l" t="t" r="r" b="b"/>
            <a:pathLst>
              <a:path w="6014249" h="19050">
                <a:moveTo>
                  <a:pt x="0" y="0"/>
                </a:moveTo>
                <a:lnTo>
                  <a:pt x="0" y="19050"/>
                </a:lnTo>
                <a:lnTo>
                  <a:pt x="6014250" y="19050"/>
                </a:lnTo>
                <a:lnTo>
                  <a:pt x="60142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2" name="Freeform 102"/>
          <p:cNvSpPr/>
          <p:nvPr/>
        </p:nvSpPr>
        <p:spPr>
          <a:xfrm>
            <a:off x="0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3" name="Freeform 103"/>
          <p:cNvSpPr/>
          <p:nvPr/>
        </p:nvSpPr>
        <p:spPr>
          <a:xfrm>
            <a:off x="2004745" y="4367812"/>
            <a:ext cx="4009500" cy="142875"/>
          </a:xfrm>
          <a:custGeom>
            <a:avLst/>
            <a:gdLst/>
            <a:ahLst/>
            <a:cxnLst/>
            <a:rect l="l" t="t" r="r" b="b"/>
            <a:pathLst>
              <a:path w="4009500" h="142875">
                <a:moveTo>
                  <a:pt x="0" y="0"/>
                </a:moveTo>
                <a:lnTo>
                  <a:pt x="0" y="142875"/>
                </a:lnTo>
                <a:lnTo>
                  <a:pt x="4009500" y="142875"/>
                </a:lnTo>
                <a:lnTo>
                  <a:pt x="4009500" y="0"/>
                </a:lnTo>
                <a:close/>
              </a:path>
            </a:pathLst>
          </a:custGeom>
          <a:solidFill>
            <a:srgbClr val="176B87"/>
          </a:solidFill>
        </p:spPr>
      </p:sp>
      <p:sp>
        <p:nvSpPr>
          <p:cNvPr id="104" name="Freeform 104"/>
          <p:cNvSpPr/>
          <p:nvPr/>
        </p:nvSpPr>
        <p:spPr>
          <a:xfrm>
            <a:off x="6014246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5" name="TextBox 104"/>
          <p:cNvSpPr txBox="1"/>
          <p:nvPr/>
        </p:nvSpPr>
        <p:spPr>
          <a:xfrm>
            <a:off x="119062" y="57588"/>
            <a:ext cx="3105805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32">
                <a:solidFill>
                  <a:srgbClr val="04364A"/>
                </a:solidFill>
                <a:latin typeface="Arial"/>
              </a:rPr>
              <a:t>1.2</a:t>
            </a:r>
            <a:r>
              <a:rPr b="1" i="0" sz="2232">
                <a:solidFill>
                  <a:srgbClr val="04364A"/>
                </a:solidFill>
                <a:latin typeface="Arial"/>
              </a:rPr>
              <a:t> Complex Animation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22101" y="76285"/>
            <a:ext cx="1677839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A7B9C0"/>
                </a:solidFill>
                <a:latin typeface="Arial"/>
              </a:rPr>
              <a:t>1.</a:t>
            </a:r>
            <a:r>
              <a:rPr b="0" i="0" sz="1860">
                <a:solidFill>
                  <a:srgbClr val="A7B9C0"/>
                </a:solidFill>
                <a:latin typeface="Arial"/>
              </a:rPr>
              <a:t> Animation</a:t>
            </a:r>
            <a:r>
              <a:rPr b="0" i="0" sz="1874">
                <a:solidFill>
                  <a:srgbClr val="A7B9C0"/>
                </a:solidFill>
                <a:latin typeface="Consolas"/>
              </a:rPr>
              <a:t> 🏫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6250" y="443960"/>
            <a:ext cx="2048103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At subslide 1, we can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6250" y="886396"/>
            <a:ext cx="385267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use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658694" y="886396"/>
            <a:ext cx="1960245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 for reserving space,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76250" y="1328832"/>
            <a:ext cx="2669857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use for not reserving space,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76250" y="1779793"/>
            <a:ext cx="6243637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call </a:t>
            </a:r>
            <a:r>
              <a:rPr b="0" i="0" sz="1500">
                <a:solidFill>
                  <a:srgbClr val="000000"/>
                </a:solidFill>
                <a:latin typeface="Consolas"/>
              </a:rPr>
              <a:t>#only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multiple times </a:t>
            </a:r>
            <a:r>
              <a:rPr b="0" i="0" sz="1874">
                <a:solidFill>
                  <a:srgbClr val="000000"/>
                </a:solidFill>
                <a:latin typeface="Consolas"/>
              </a:rPr>
              <a:t>✗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for choosing one of the alternatives.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44638" y="4394996"/>
            <a:ext cx="31546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Authors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919242" y="4394996"/>
            <a:ext cx="18050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744">
                <a:solidFill>
                  <a:srgbClr val="FFFFFF"/>
                </a:solidFill>
                <a:latin typeface="Arial"/>
              </a:rPr>
              <a:t>Title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81505" y="4394996"/>
            <a:ext cx="4187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2026-04-15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340479" y="4394996"/>
            <a:ext cx="21125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744">
                <a:solidFill>
                  <a:srgbClr val="FFFFFF"/>
                </a:solidFill>
                <a:latin typeface="Arial"/>
              </a:rPr>
              <a:t>4 / </a:t>
            </a:r>
            <a:r>
              <a:rPr b="0" i="0" sz="744">
                <a:solidFill>
                  <a:srgbClr val="FFFFFF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0" y="0"/>
            <a:ext cx="2004749" cy="19050"/>
          </a:xfrm>
          <a:custGeom>
            <a:avLst/>
            <a:gdLst/>
            <a:ahLst/>
            <a:cxnLst/>
            <a:rect l="l" t="t" r="r" b="b"/>
            <a:pathLst>
              <a:path w="2004749" h="19050">
                <a:moveTo>
                  <a:pt x="0" y="0"/>
                </a:moveTo>
                <a:lnTo>
                  <a:pt x="0" y="19050"/>
                </a:lnTo>
                <a:lnTo>
                  <a:pt x="2004750" y="19050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2004745" y="0"/>
            <a:ext cx="6014249" cy="19050"/>
          </a:xfrm>
          <a:custGeom>
            <a:avLst/>
            <a:gdLst/>
            <a:ahLst/>
            <a:cxnLst/>
            <a:rect l="l" t="t" r="r" b="b"/>
            <a:pathLst>
              <a:path w="6014249" h="19050">
                <a:moveTo>
                  <a:pt x="0" y="0"/>
                </a:moveTo>
                <a:lnTo>
                  <a:pt x="0" y="19050"/>
                </a:lnTo>
                <a:lnTo>
                  <a:pt x="6014250" y="19050"/>
                </a:lnTo>
                <a:lnTo>
                  <a:pt x="60142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2" name="Freeform 102"/>
          <p:cNvSpPr/>
          <p:nvPr/>
        </p:nvSpPr>
        <p:spPr>
          <a:xfrm>
            <a:off x="0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3" name="Freeform 103"/>
          <p:cNvSpPr/>
          <p:nvPr/>
        </p:nvSpPr>
        <p:spPr>
          <a:xfrm>
            <a:off x="2004745" y="4367812"/>
            <a:ext cx="4009500" cy="142875"/>
          </a:xfrm>
          <a:custGeom>
            <a:avLst/>
            <a:gdLst/>
            <a:ahLst/>
            <a:cxnLst/>
            <a:rect l="l" t="t" r="r" b="b"/>
            <a:pathLst>
              <a:path w="4009500" h="142875">
                <a:moveTo>
                  <a:pt x="0" y="0"/>
                </a:moveTo>
                <a:lnTo>
                  <a:pt x="0" y="142875"/>
                </a:lnTo>
                <a:lnTo>
                  <a:pt x="4009500" y="142875"/>
                </a:lnTo>
                <a:lnTo>
                  <a:pt x="4009500" y="0"/>
                </a:lnTo>
                <a:close/>
              </a:path>
            </a:pathLst>
          </a:custGeom>
          <a:solidFill>
            <a:srgbClr val="176B87"/>
          </a:solidFill>
        </p:spPr>
      </p:sp>
      <p:sp>
        <p:nvSpPr>
          <p:cNvPr id="104" name="Freeform 104"/>
          <p:cNvSpPr/>
          <p:nvPr/>
        </p:nvSpPr>
        <p:spPr>
          <a:xfrm>
            <a:off x="6014246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5" name="TextBox 104"/>
          <p:cNvSpPr txBox="1"/>
          <p:nvPr/>
        </p:nvSpPr>
        <p:spPr>
          <a:xfrm>
            <a:off x="119062" y="57588"/>
            <a:ext cx="3105805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32">
                <a:solidFill>
                  <a:srgbClr val="04364A"/>
                </a:solidFill>
                <a:latin typeface="Arial"/>
              </a:rPr>
              <a:t>1.2</a:t>
            </a:r>
            <a:r>
              <a:rPr b="1" i="0" sz="2232">
                <a:solidFill>
                  <a:srgbClr val="04364A"/>
                </a:solidFill>
                <a:latin typeface="Arial"/>
              </a:rPr>
              <a:t> Complex Animation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22101" y="76285"/>
            <a:ext cx="1677839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A7B9C0"/>
                </a:solidFill>
                <a:latin typeface="Arial"/>
              </a:rPr>
              <a:t>1.</a:t>
            </a:r>
            <a:r>
              <a:rPr b="0" i="0" sz="1860">
                <a:solidFill>
                  <a:srgbClr val="A7B9C0"/>
                </a:solidFill>
                <a:latin typeface="Arial"/>
              </a:rPr>
              <a:t> Animation</a:t>
            </a:r>
            <a:r>
              <a:rPr b="0" i="0" sz="1874">
                <a:solidFill>
                  <a:srgbClr val="A7B9C0"/>
                </a:solidFill>
                <a:latin typeface="Consolas"/>
              </a:rPr>
              <a:t> 🏫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6250" y="443960"/>
            <a:ext cx="2048103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At subslide 2, we can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6250" y="886396"/>
            <a:ext cx="4142708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use </a:t>
            </a:r>
            <a:r>
              <a:rPr b="0" i="0" sz="1500">
                <a:solidFill>
                  <a:srgbClr val="000000"/>
                </a:solidFill>
                <a:latin typeface="Consolas"/>
              </a:rPr>
              <a:t>#uncover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function for reserving space,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76250" y="1328832"/>
            <a:ext cx="4182456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use </a:t>
            </a:r>
            <a:r>
              <a:rPr b="0" i="0" sz="1500">
                <a:solidFill>
                  <a:srgbClr val="000000"/>
                </a:solidFill>
                <a:latin typeface="Consolas"/>
              </a:rPr>
              <a:t>#only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function for not reserving space,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76250" y="1779793"/>
            <a:ext cx="6557552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use </a:t>
            </a:r>
            <a:r>
              <a:rPr b="0" i="0" sz="1500">
                <a:solidFill>
                  <a:srgbClr val="000000"/>
                </a:solidFill>
                <a:latin typeface="Consolas"/>
              </a:rPr>
              <a:t>#alternatives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function </a:t>
            </a:r>
            <a:r>
              <a:rPr b="0" i="0" sz="1874">
                <a:solidFill>
                  <a:srgbClr val="000000"/>
                </a:solidFill>
                <a:latin typeface="Consolas"/>
              </a:rPr>
              <a:t>✓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for choosing one of the alternatives.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4638" y="4394996"/>
            <a:ext cx="31546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Authors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919242" y="4394996"/>
            <a:ext cx="18050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744">
                <a:solidFill>
                  <a:srgbClr val="FFFFFF"/>
                </a:solidFill>
                <a:latin typeface="Arial"/>
              </a:rPr>
              <a:t>Title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481505" y="4394996"/>
            <a:ext cx="4187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2026-04-15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340479" y="4394996"/>
            <a:ext cx="21125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744">
                <a:solidFill>
                  <a:srgbClr val="FFFFFF"/>
                </a:solidFill>
                <a:latin typeface="Arial"/>
              </a:rPr>
              <a:t>4 / </a:t>
            </a:r>
            <a:r>
              <a:rPr b="0" i="0" sz="744">
                <a:solidFill>
                  <a:srgbClr val="FFFFFF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0" y="0"/>
            <a:ext cx="2505937" cy="19050"/>
          </a:xfrm>
          <a:custGeom>
            <a:avLst/>
            <a:gdLst/>
            <a:ahLst/>
            <a:cxnLst/>
            <a:rect l="l" t="t" r="r" b="b"/>
            <a:pathLst>
              <a:path w="2505937" h="19050">
                <a:moveTo>
                  <a:pt x="0" y="0"/>
                </a:moveTo>
                <a:lnTo>
                  <a:pt x="0" y="19050"/>
                </a:lnTo>
                <a:lnTo>
                  <a:pt x="2505937" y="19050"/>
                </a:lnTo>
                <a:lnTo>
                  <a:pt x="2505937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2505941" y="0"/>
            <a:ext cx="5513062" cy="19050"/>
          </a:xfrm>
          <a:custGeom>
            <a:avLst/>
            <a:gdLst/>
            <a:ahLst/>
            <a:cxnLst/>
            <a:rect l="l" t="t" r="r" b="b"/>
            <a:pathLst>
              <a:path w="5513062" h="19050">
                <a:moveTo>
                  <a:pt x="0" y="0"/>
                </a:moveTo>
                <a:lnTo>
                  <a:pt x="0" y="19050"/>
                </a:lnTo>
                <a:lnTo>
                  <a:pt x="5513062" y="19050"/>
                </a:lnTo>
                <a:lnTo>
                  <a:pt x="5513062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2" name="Freeform 102"/>
          <p:cNvSpPr/>
          <p:nvPr/>
        </p:nvSpPr>
        <p:spPr>
          <a:xfrm>
            <a:off x="0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3" name="Freeform 103"/>
          <p:cNvSpPr/>
          <p:nvPr/>
        </p:nvSpPr>
        <p:spPr>
          <a:xfrm>
            <a:off x="2004745" y="4367812"/>
            <a:ext cx="4009500" cy="142875"/>
          </a:xfrm>
          <a:custGeom>
            <a:avLst/>
            <a:gdLst/>
            <a:ahLst/>
            <a:cxnLst/>
            <a:rect l="l" t="t" r="r" b="b"/>
            <a:pathLst>
              <a:path w="4009500" h="142875">
                <a:moveTo>
                  <a:pt x="0" y="0"/>
                </a:moveTo>
                <a:lnTo>
                  <a:pt x="0" y="142875"/>
                </a:lnTo>
                <a:lnTo>
                  <a:pt x="4009500" y="142875"/>
                </a:lnTo>
                <a:lnTo>
                  <a:pt x="4009500" y="0"/>
                </a:lnTo>
                <a:close/>
              </a:path>
            </a:pathLst>
          </a:custGeom>
          <a:solidFill>
            <a:srgbClr val="176B87"/>
          </a:solidFill>
        </p:spPr>
      </p:sp>
      <p:sp>
        <p:nvSpPr>
          <p:cNvPr id="104" name="Freeform 104"/>
          <p:cNvSpPr/>
          <p:nvPr/>
        </p:nvSpPr>
        <p:spPr>
          <a:xfrm>
            <a:off x="6014246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5" name="TextBox 104"/>
          <p:cNvSpPr txBox="1"/>
          <p:nvPr/>
        </p:nvSpPr>
        <p:spPr>
          <a:xfrm>
            <a:off x="119062" y="57588"/>
            <a:ext cx="377788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32">
                <a:solidFill>
                  <a:srgbClr val="04364A"/>
                </a:solidFill>
                <a:latin typeface="Arial"/>
              </a:rPr>
              <a:t>1.3</a:t>
            </a:r>
            <a:r>
              <a:rPr b="1" i="0" sz="2232">
                <a:solidFill>
                  <a:srgbClr val="04364A"/>
                </a:solidFill>
                <a:latin typeface="Arial"/>
              </a:rPr>
              <a:t> Callback Style Animation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22101" y="76285"/>
            <a:ext cx="1677839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A7B9C0"/>
                </a:solidFill>
                <a:latin typeface="Arial"/>
              </a:rPr>
              <a:t>1.</a:t>
            </a:r>
            <a:r>
              <a:rPr b="0" i="0" sz="1860">
                <a:solidFill>
                  <a:srgbClr val="A7B9C0"/>
                </a:solidFill>
                <a:latin typeface="Arial"/>
              </a:rPr>
              <a:t> Animation</a:t>
            </a:r>
            <a:r>
              <a:rPr b="0" i="0" sz="1874">
                <a:solidFill>
                  <a:srgbClr val="A7B9C0"/>
                </a:solidFill>
                <a:latin typeface="Consolas"/>
              </a:rPr>
              <a:t> 🏫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6250" y="443960"/>
            <a:ext cx="2048103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At subslide 1, we can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6250" y="886396"/>
            <a:ext cx="385267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use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658694" y="886396"/>
            <a:ext cx="1960245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 for reserving space,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76250" y="1328832"/>
            <a:ext cx="2669857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use for not reserving space,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76250" y="1779793"/>
            <a:ext cx="6243637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call </a:t>
            </a:r>
            <a:r>
              <a:rPr b="0" i="0" sz="1500">
                <a:solidFill>
                  <a:srgbClr val="000000"/>
                </a:solidFill>
                <a:latin typeface="Consolas"/>
              </a:rPr>
              <a:t>#only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multiple times </a:t>
            </a:r>
            <a:r>
              <a:rPr b="0" i="0" sz="1874">
                <a:solidFill>
                  <a:srgbClr val="000000"/>
                </a:solidFill>
                <a:latin typeface="Consolas"/>
              </a:rPr>
              <a:t>✗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for choosing one of the alternatives.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44638" y="4394996"/>
            <a:ext cx="31546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Authors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919242" y="4394996"/>
            <a:ext cx="18050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744">
                <a:solidFill>
                  <a:srgbClr val="FFFFFF"/>
                </a:solidFill>
                <a:latin typeface="Arial"/>
              </a:rPr>
              <a:t>Title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81505" y="4394996"/>
            <a:ext cx="4187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2026-04-15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340479" y="4394996"/>
            <a:ext cx="21125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744">
                <a:solidFill>
                  <a:srgbClr val="FFFFFF"/>
                </a:solidFill>
                <a:latin typeface="Arial"/>
              </a:rPr>
              <a:t>5 / </a:t>
            </a:r>
            <a:r>
              <a:rPr b="0" i="0" sz="744">
                <a:solidFill>
                  <a:srgbClr val="FFFFFF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0" y="0"/>
            <a:ext cx="2505937" cy="19050"/>
          </a:xfrm>
          <a:custGeom>
            <a:avLst/>
            <a:gdLst/>
            <a:ahLst/>
            <a:cxnLst/>
            <a:rect l="l" t="t" r="r" b="b"/>
            <a:pathLst>
              <a:path w="2505937" h="19050">
                <a:moveTo>
                  <a:pt x="0" y="0"/>
                </a:moveTo>
                <a:lnTo>
                  <a:pt x="0" y="19050"/>
                </a:lnTo>
                <a:lnTo>
                  <a:pt x="2505937" y="19050"/>
                </a:lnTo>
                <a:lnTo>
                  <a:pt x="2505937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2505941" y="0"/>
            <a:ext cx="5513062" cy="19050"/>
          </a:xfrm>
          <a:custGeom>
            <a:avLst/>
            <a:gdLst/>
            <a:ahLst/>
            <a:cxnLst/>
            <a:rect l="l" t="t" r="r" b="b"/>
            <a:pathLst>
              <a:path w="5513062" h="19050">
                <a:moveTo>
                  <a:pt x="0" y="0"/>
                </a:moveTo>
                <a:lnTo>
                  <a:pt x="0" y="19050"/>
                </a:lnTo>
                <a:lnTo>
                  <a:pt x="5513062" y="19050"/>
                </a:lnTo>
                <a:lnTo>
                  <a:pt x="5513062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2" name="Freeform 102"/>
          <p:cNvSpPr/>
          <p:nvPr/>
        </p:nvSpPr>
        <p:spPr>
          <a:xfrm>
            <a:off x="0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3" name="Freeform 103"/>
          <p:cNvSpPr/>
          <p:nvPr/>
        </p:nvSpPr>
        <p:spPr>
          <a:xfrm>
            <a:off x="2004745" y="4367812"/>
            <a:ext cx="4009500" cy="142875"/>
          </a:xfrm>
          <a:custGeom>
            <a:avLst/>
            <a:gdLst/>
            <a:ahLst/>
            <a:cxnLst/>
            <a:rect l="l" t="t" r="r" b="b"/>
            <a:pathLst>
              <a:path w="4009500" h="142875">
                <a:moveTo>
                  <a:pt x="0" y="0"/>
                </a:moveTo>
                <a:lnTo>
                  <a:pt x="0" y="142875"/>
                </a:lnTo>
                <a:lnTo>
                  <a:pt x="4009500" y="142875"/>
                </a:lnTo>
                <a:lnTo>
                  <a:pt x="4009500" y="0"/>
                </a:lnTo>
                <a:close/>
              </a:path>
            </a:pathLst>
          </a:custGeom>
          <a:solidFill>
            <a:srgbClr val="176B87"/>
          </a:solidFill>
        </p:spPr>
      </p:sp>
      <p:sp>
        <p:nvSpPr>
          <p:cNvPr id="104" name="Freeform 104"/>
          <p:cNvSpPr/>
          <p:nvPr/>
        </p:nvSpPr>
        <p:spPr>
          <a:xfrm>
            <a:off x="6014246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5" name="TextBox 104"/>
          <p:cNvSpPr txBox="1"/>
          <p:nvPr/>
        </p:nvSpPr>
        <p:spPr>
          <a:xfrm>
            <a:off x="119062" y="57588"/>
            <a:ext cx="377788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32">
                <a:solidFill>
                  <a:srgbClr val="04364A"/>
                </a:solidFill>
                <a:latin typeface="Arial"/>
              </a:rPr>
              <a:t>1.3</a:t>
            </a:r>
            <a:r>
              <a:rPr b="1" i="0" sz="2232">
                <a:solidFill>
                  <a:srgbClr val="04364A"/>
                </a:solidFill>
                <a:latin typeface="Arial"/>
              </a:rPr>
              <a:t> Callback Style Animation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22101" y="76285"/>
            <a:ext cx="1677839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A7B9C0"/>
                </a:solidFill>
                <a:latin typeface="Arial"/>
              </a:rPr>
              <a:t>1.</a:t>
            </a:r>
            <a:r>
              <a:rPr b="0" i="0" sz="1860">
                <a:solidFill>
                  <a:srgbClr val="A7B9C0"/>
                </a:solidFill>
                <a:latin typeface="Arial"/>
              </a:rPr>
              <a:t> Animation</a:t>
            </a:r>
            <a:r>
              <a:rPr b="0" i="0" sz="1874">
                <a:solidFill>
                  <a:srgbClr val="A7B9C0"/>
                </a:solidFill>
                <a:latin typeface="Consolas"/>
              </a:rPr>
              <a:t> 🏫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6250" y="443960"/>
            <a:ext cx="2048103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At subslide 2, we can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6250" y="886396"/>
            <a:ext cx="4142708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use </a:t>
            </a:r>
            <a:r>
              <a:rPr b="0" i="0" sz="1500">
                <a:solidFill>
                  <a:srgbClr val="000000"/>
                </a:solidFill>
                <a:latin typeface="Consolas"/>
              </a:rPr>
              <a:t>#uncover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function for reserving space,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76250" y="1328832"/>
            <a:ext cx="4182456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use </a:t>
            </a:r>
            <a:r>
              <a:rPr b="0" i="0" sz="1500">
                <a:solidFill>
                  <a:srgbClr val="000000"/>
                </a:solidFill>
                <a:latin typeface="Consolas"/>
              </a:rPr>
              <a:t>#only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function for not reserving space,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76250" y="1779793"/>
            <a:ext cx="6557552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use </a:t>
            </a:r>
            <a:r>
              <a:rPr b="0" i="0" sz="1500">
                <a:solidFill>
                  <a:srgbClr val="000000"/>
                </a:solidFill>
                <a:latin typeface="Consolas"/>
              </a:rPr>
              <a:t>#alternatives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function </a:t>
            </a:r>
            <a:r>
              <a:rPr b="0" i="0" sz="1874">
                <a:solidFill>
                  <a:srgbClr val="000000"/>
                </a:solidFill>
                <a:latin typeface="Consolas"/>
              </a:rPr>
              <a:t>✓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for choosing one of the alternatives.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4638" y="4394996"/>
            <a:ext cx="31546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Authors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919242" y="4394996"/>
            <a:ext cx="18050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744">
                <a:solidFill>
                  <a:srgbClr val="FFFFFF"/>
                </a:solidFill>
                <a:latin typeface="Arial"/>
              </a:rPr>
              <a:t>Title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481505" y="4394996"/>
            <a:ext cx="4187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2026-04-15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340479" y="4394996"/>
            <a:ext cx="21125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744">
                <a:solidFill>
                  <a:srgbClr val="FFFFFF"/>
                </a:solidFill>
                <a:latin typeface="Arial"/>
              </a:rPr>
              <a:t>5 / </a:t>
            </a:r>
            <a:r>
              <a:rPr b="0" i="0" sz="744">
                <a:solidFill>
                  <a:srgbClr val="FFFFFF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0" y="0"/>
            <a:ext cx="2505937" cy="19050"/>
          </a:xfrm>
          <a:custGeom>
            <a:avLst/>
            <a:gdLst/>
            <a:ahLst/>
            <a:cxnLst/>
            <a:rect l="l" t="t" r="r" b="b"/>
            <a:pathLst>
              <a:path w="2505937" h="19050">
                <a:moveTo>
                  <a:pt x="0" y="0"/>
                </a:moveTo>
                <a:lnTo>
                  <a:pt x="0" y="19050"/>
                </a:lnTo>
                <a:lnTo>
                  <a:pt x="2505937" y="19050"/>
                </a:lnTo>
                <a:lnTo>
                  <a:pt x="2505937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2505941" y="0"/>
            <a:ext cx="5513062" cy="19050"/>
          </a:xfrm>
          <a:custGeom>
            <a:avLst/>
            <a:gdLst/>
            <a:ahLst/>
            <a:cxnLst/>
            <a:rect l="l" t="t" r="r" b="b"/>
            <a:pathLst>
              <a:path w="5513062" h="19050">
                <a:moveTo>
                  <a:pt x="0" y="0"/>
                </a:moveTo>
                <a:lnTo>
                  <a:pt x="0" y="19050"/>
                </a:lnTo>
                <a:lnTo>
                  <a:pt x="5513062" y="19050"/>
                </a:lnTo>
                <a:lnTo>
                  <a:pt x="5513062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2" name="Freeform 102"/>
          <p:cNvSpPr/>
          <p:nvPr/>
        </p:nvSpPr>
        <p:spPr>
          <a:xfrm>
            <a:off x="0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3" name="Freeform 103"/>
          <p:cNvSpPr/>
          <p:nvPr/>
        </p:nvSpPr>
        <p:spPr>
          <a:xfrm>
            <a:off x="2004745" y="4367812"/>
            <a:ext cx="4009500" cy="142875"/>
          </a:xfrm>
          <a:custGeom>
            <a:avLst/>
            <a:gdLst/>
            <a:ahLst/>
            <a:cxnLst/>
            <a:rect l="l" t="t" r="r" b="b"/>
            <a:pathLst>
              <a:path w="4009500" h="142875">
                <a:moveTo>
                  <a:pt x="0" y="0"/>
                </a:moveTo>
                <a:lnTo>
                  <a:pt x="0" y="142875"/>
                </a:lnTo>
                <a:lnTo>
                  <a:pt x="4009500" y="142875"/>
                </a:lnTo>
                <a:lnTo>
                  <a:pt x="4009500" y="0"/>
                </a:lnTo>
                <a:close/>
              </a:path>
            </a:pathLst>
          </a:custGeom>
          <a:solidFill>
            <a:srgbClr val="176B87"/>
          </a:solidFill>
        </p:spPr>
      </p:sp>
      <p:sp>
        <p:nvSpPr>
          <p:cNvPr id="104" name="Freeform 104"/>
          <p:cNvSpPr/>
          <p:nvPr/>
        </p:nvSpPr>
        <p:spPr>
          <a:xfrm>
            <a:off x="6014246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5" name="TextBox 104"/>
          <p:cNvSpPr txBox="1"/>
          <p:nvPr/>
        </p:nvSpPr>
        <p:spPr>
          <a:xfrm>
            <a:off x="119062" y="57588"/>
            <a:ext cx="377788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32">
                <a:solidFill>
                  <a:srgbClr val="04364A"/>
                </a:solidFill>
                <a:latin typeface="Arial"/>
              </a:rPr>
              <a:t>1.3</a:t>
            </a:r>
            <a:r>
              <a:rPr b="1" i="0" sz="2232">
                <a:solidFill>
                  <a:srgbClr val="04364A"/>
                </a:solidFill>
                <a:latin typeface="Arial"/>
              </a:rPr>
              <a:t> Callback Style Animation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22101" y="76285"/>
            <a:ext cx="1677839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A7B9C0"/>
                </a:solidFill>
                <a:latin typeface="Arial"/>
              </a:rPr>
              <a:t>1.</a:t>
            </a:r>
            <a:r>
              <a:rPr b="0" i="0" sz="1860">
                <a:solidFill>
                  <a:srgbClr val="A7B9C0"/>
                </a:solidFill>
                <a:latin typeface="Arial"/>
              </a:rPr>
              <a:t> Animation</a:t>
            </a:r>
            <a:r>
              <a:rPr b="0" i="0" sz="1874">
                <a:solidFill>
                  <a:srgbClr val="A7B9C0"/>
                </a:solidFill>
                <a:latin typeface="Consolas"/>
              </a:rPr>
              <a:t> 🏫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6250" y="443960"/>
            <a:ext cx="2048103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At subslide 3, we can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6250" y="886396"/>
            <a:ext cx="4142708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use </a:t>
            </a:r>
            <a:r>
              <a:rPr b="0" i="0" sz="1500">
                <a:solidFill>
                  <a:srgbClr val="000000"/>
                </a:solidFill>
                <a:latin typeface="Consolas"/>
              </a:rPr>
              <a:t>#uncover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function for reserving space,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76250" y="1328832"/>
            <a:ext cx="4182456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use </a:t>
            </a:r>
            <a:r>
              <a:rPr b="0" i="0" sz="1500">
                <a:solidFill>
                  <a:srgbClr val="000000"/>
                </a:solidFill>
                <a:latin typeface="Consolas"/>
              </a:rPr>
              <a:t>#only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function for not reserving space,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76250" y="1779793"/>
            <a:ext cx="6557552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use </a:t>
            </a:r>
            <a:r>
              <a:rPr b="0" i="0" sz="1500">
                <a:solidFill>
                  <a:srgbClr val="000000"/>
                </a:solidFill>
                <a:latin typeface="Consolas"/>
              </a:rPr>
              <a:t>#alternatives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function </a:t>
            </a:r>
            <a:r>
              <a:rPr b="0" i="0" sz="1874">
                <a:solidFill>
                  <a:srgbClr val="000000"/>
                </a:solidFill>
                <a:latin typeface="Consolas"/>
              </a:rPr>
              <a:t>✓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for choosing one of the alternatives.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4638" y="4394996"/>
            <a:ext cx="31546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Authors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919242" y="4394996"/>
            <a:ext cx="18050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744">
                <a:solidFill>
                  <a:srgbClr val="FFFFFF"/>
                </a:solidFill>
                <a:latin typeface="Arial"/>
              </a:rPr>
              <a:t>Title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481505" y="4394996"/>
            <a:ext cx="4187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2026-04-15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340479" y="4394996"/>
            <a:ext cx="21125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744">
                <a:solidFill>
                  <a:srgbClr val="FFFFFF"/>
                </a:solidFill>
                <a:latin typeface="Arial"/>
              </a:rPr>
              <a:t>5 / </a:t>
            </a:r>
            <a:r>
              <a:rPr b="0" i="0" sz="744">
                <a:solidFill>
                  <a:srgbClr val="FFFFFF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0" y="0"/>
            <a:ext cx="3007124" cy="19050"/>
          </a:xfrm>
          <a:custGeom>
            <a:avLst/>
            <a:gdLst/>
            <a:ahLst/>
            <a:cxnLst/>
            <a:rect l="l" t="t" r="r" b="b"/>
            <a:pathLst>
              <a:path w="3007124" h="19050">
                <a:moveTo>
                  <a:pt x="0" y="0"/>
                </a:moveTo>
                <a:lnTo>
                  <a:pt x="0" y="19050"/>
                </a:lnTo>
                <a:lnTo>
                  <a:pt x="3007125" y="19050"/>
                </a:lnTo>
                <a:lnTo>
                  <a:pt x="3007125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3007128" y="0"/>
            <a:ext cx="5011874" cy="19050"/>
          </a:xfrm>
          <a:custGeom>
            <a:avLst/>
            <a:gdLst/>
            <a:ahLst/>
            <a:cxnLst/>
            <a:rect l="l" t="t" r="r" b="b"/>
            <a:pathLst>
              <a:path w="5011874" h="19050">
                <a:moveTo>
                  <a:pt x="0" y="0"/>
                </a:moveTo>
                <a:lnTo>
                  <a:pt x="0" y="19050"/>
                </a:lnTo>
                <a:lnTo>
                  <a:pt x="5011875" y="19050"/>
                </a:lnTo>
                <a:lnTo>
                  <a:pt x="5011875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2" name="Freeform 102"/>
          <p:cNvSpPr/>
          <p:nvPr/>
        </p:nvSpPr>
        <p:spPr>
          <a:xfrm>
            <a:off x="0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3" name="Freeform 103"/>
          <p:cNvSpPr/>
          <p:nvPr/>
        </p:nvSpPr>
        <p:spPr>
          <a:xfrm>
            <a:off x="2004745" y="4367812"/>
            <a:ext cx="4009500" cy="142875"/>
          </a:xfrm>
          <a:custGeom>
            <a:avLst/>
            <a:gdLst/>
            <a:ahLst/>
            <a:cxnLst/>
            <a:rect l="l" t="t" r="r" b="b"/>
            <a:pathLst>
              <a:path w="4009500" h="142875">
                <a:moveTo>
                  <a:pt x="0" y="0"/>
                </a:moveTo>
                <a:lnTo>
                  <a:pt x="0" y="142875"/>
                </a:lnTo>
                <a:lnTo>
                  <a:pt x="4009500" y="142875"/>
                </a:lnTo>
                <a:lnTo>
                  <a:pt x="4009500" y="0"/>
                </a:lnTo>
                <a:close/>
              </a:path>
            </a:pathLst>
          </a:custGeom>
          <a:solidFill>
            <a:srgbClr val="176B87"/>
          </a:solidFill>
        </p:spPr>
      </p:sp>
      <p:sp>
        <p:nvSpPr>
          <p:cNvPr id="104" name="Freeform 104"/>
          <p:cNvSpPr/>
          <p:nvPr/>
        </p:nvSpPr>
        <p:spPr>
          <a:xfrm>
            <a:off x="6014246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5" name="TextBox 104"/>
          <p:cNvSpPr txBox="1"/>
          <p:nvPr/>
        </p:nvSpPr>
        <p:spPr>
          <a:xfrm>
            <a:off x="119062" y="57588"/>
            <a:ext cx="3864208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32">
                <a:solidFill>
                  <a:srgbClr val="04364A"/>
                </a:solidFill>
                <a:latin typeface="Arial"/>
              </a:rPr>
              <a:t>1.4</a:t>
            </a:r>
            <a:r>
              <a:rPr b="1" i="0" sz="2232">
                <a:solidFill>
                  <a:srgbClr val="04364A"/>
                </a:solidFill>
                <a:latin typeface="Arial"/>
              </a:rPr>
              <a:t> Math Equation Animation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22101" y="76285"/>
            <a:ext cx="1677839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A7B9C0"/>
                </a:solidFill>
                <a:latin typeface="Arial"/>
              </a:rPr>
              <a:t>1.</a:t>
            </a:r>
            <a:r>
              <a:rPr b="0" i="0" sz="1860">
                <a:solidFill>
                  <a:srgbClr val="A7B9C0"/>
                </a:solidFill>
                <a:latin typeface="Arial"/>
              </a:rPr>
              <a:t> Animation</a:t>
            </a:r>
            <a:r>
              <a:rPr b="0" i="0" sz="1874">
                <a:solidFill>
                  <a:srgbClr val="A7B9C0"/>
                </a:solidFill>
                <a:latin typeface="Consolas"/>
              </a:rPr>
              <a:t> 🏫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6250" y="443960"/>
            <a:ext cx="207102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Equation with </a:t>
            </a:r>
            <a:r>
              <a:rPr b="0" i="0" sz="1500">
                <a:solidFill>
                  <a:srgbClr val="000000"/>
                </a:solidFill>
                <a:latin typeface="Consolas"/>
              </a:rPr>
              <a:t>pause</a:t>
            </a:r>
            <a:r>
              <a:rPr b="0" i="0" sz="1860">
                <a:solidFill>
                  <a:srgbClr val="000000"/>
                </a:solidFill>
                <a:latin typeface="Arial"/>
              </a:rPr>
              <a:t>: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6250" y="1845230"/>
            <a:ext cx="58293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Here,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44638" y="4394996"/>
            <a:ext cx="31546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Authors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919242" y="4394996"/>
            <a:ext cx="18050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744">
                <a:solidFill>
                  <a:srgbClr val="FFFFFF"/>
                </a:solidFill>
                <a:latin typeface="Arial"/>
              </a:rPr>
              <a:t>Title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81505" y="4394996"/>
            <a:ext cx="4187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2026-04-15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40479" y="4394996"/>
            <a:ext cx="21125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744">
                <a:solidFill>
                  <a:srgbClr val="FFFFFF"/>
                </a:solidFill>
                <a:latin typeface="Arial"/>
              </a:rPr>
              <a:t>6 / </a:t>
            </a:r>
            <a:r>
              <a:rPr b="0" i="0" sz="744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grpSp>
        <p:nvGrpSpPr>
          <p:cNvPr id="328" name="MathFormula 328"/>
          <p:cNvGrpSpPr/>
          <p:nvPr/>
        </p:nvGrpSpPr>
        <p:grpSpPr>
          <a:xfrm>
            <a:off x="3033102" y="937688"/>
            <a:ext cx="685029" cy="237172"/>
            <a:chOff x="3033102" y="937688"/>
            <a:chExt cx="685029" cy="237172"/>
          </a:xfrm>
        </p:grpSpPr>
        <p:sp>
          <p:nvSpPr>
            <p:cNvPr id="213" name="MathGlyph 213"/>
            <p:cNvSpPr/>
            <p:nvPr/>
          </p:nvSpPr>
          <p:spPr>
            <a:xfrm>
              <a:off x="3033102" y="947927"/>
              <a:ext cx="118824" cy="216693"/>
            </a:xfrm>
            <a:custGeom>
              <a:avLst/>
              <a:gdLst/>
              <a:ahLst/>
              <a:cxnLst/>
              <a:rect l="l" t="t" r="r" b="b"/>
              <a:pathLst>
                <a:path w="118824" h="216693">
                  <a:moveTo>
                    <a:pt x="118824" y="17145"/>
                  </a:moveTo>
                  <a:cubicBezTo>
                    <a:pt x="118824" y="6668"/>
                    <a:pt x="108585" y="0"/>
                    <a:pt x="97393" y="0"/>
                  </a:cubicBezTo>
                  <a:cubicBezTo>
                    <a:pt x="82629" y="0"/>
                    <a:pt x="72390" y="9525"/>
                    <a:pt x="66913" y="28337"/>
                  </a:cubicBezTo>
                  <a:cubicBezTo>
                    <a:pt x="65723" y="32623"/>
                    <a:pt x="63103" y="44768"/>
                    <a:pt x="59293" y="64770"/>
                  </a:cubicBezTo>
                  <a:lnTo>
                    <a:pt x="43815" y="64770"/>
                  </a:lnTo>
                  <a:cubicBezTo>
                    <a:pt x="38576" y="64770"/>
                    <a:pt x="35957" y="65008"/>
                    <a:pt x="35957" y="70009"/>
                  </a:cubicBezTo>
                  <a:cubicBezTo>
                    <a:pt x="35957" y="72628"/>
                    <a:pt x="38338" y="73819"/>
                    <a:pt x="43339" y="73819"/>
                  </a:cubicBezTo>
                  <a:lnTo>
                    <a:pt x="57626" y="73819"/>
                  </a:lnTo>
                  <a:lnTo>
                    <a:pt x="40243" y="165973"/>
                  </a:lnTo>
                  <a:cubicBezTo>
                    <a:pt x="37624" y="179546"/>
                    <a:pt x="35242" y="189548"/>
                    <a:pt x="33099" y="196215"/>
                  </a:cubicBezTo>
                  <a:cubicBezTo>
                    <a:pt x="30242" y="205026"/>
                    <a:pt x="26194" y="209550"/>
                    <a:pt x="20955" y="209550"/>
                  </a:cubicBezTo>
                  <a:cubicBezTo>
                    <a:pt x="17383" y="209550"/>
                    <a:pt x="14526" y="208598"/>
                    <a:pt x="11906" y="206931"/>
                  </a:cubicBezTo>
                  <a:cubicBezTo>
                    <a:pt x="19526" y="205740"/>
                    <a:pt x="23336" y="201216"/>
                    <a:pt x="23336" y="193596"/>
                  </a:cubicBezTo>
                  <a:cubicBezTo>
                    <a:pt x="23336" y="187404"/>
                    <a:pt x="20241" y="184309"/>
                    <a:pt x="13811" y="184309"/>
                  </a:cubicBezTo>
                  <a:cubicBezTo>
                    <a:pt x="5715" y="184309"/>
                    <a:pt x="0" y="191452"/>
                    <a:pt x="0" y="199549"/>
                  </a:cubicBezTo>
                  <a:cubicBezTo>
                    <a:pt x="0" y="210026"/>
                    <a:pt x="9763" y="216694"/>
                    <a:pt x="20955" y="216694"/>
                  </a:cubicBezTo>
                  <a:cubicBezTo>
                    <a:pt x="26908" y="216694"/>
                    <a:pt x="32385" y="214312"/>
                    <a:pt x="36909" y="209312"/>
                  </a:cubicBezTo>
                  <a:cubicBezTo>
                    <a:pt x="44529" y="201454"/>
                    <a:pt x="50483" y="190262"/>
                    <a:pt x="54769" y="175260"/>
                  </a:cubicBezTo>
                  <a:cubicBezTo>
                    <a:pt x="57388" y="165973"/>
                    <a:pt x="59769" y="156924"/>
                    <a:pt x="61436" y="147876"/>
                  </a:cubicBezTo>
                  <a:lnTo>
                    <a:pt x="75248" y="73819"/>
                  </a:lnTo>
                  <a:lnTo>
                    <a:pt x="94774" y="73819"/>
                  </a:lnTo>
                  <a:cubicBezTo>
                    <a:pt x="100251" y="73819"/>
                    <a:pt x="102632" y="73581"/>
                    <a:pt x="102632" y="68104"/>
                  </a:cubicBezTo>
                  <a:cubicBezTo>
                    <a:pt x="102632" y="65961"/>
                    <a:pt x="100251" y="64770"/>
                    <a:pt x="95488" y="64770"/>
                  </a:cubicBezTo>
                  <a:lnTo>
                    <a:pt x="77153" y="64770"/>
                  </a:lnTo>
                  <a:cubicBezTo>
                    <a:pt x="78581" y="55007"/>
                    <a:pt x="85249" y="19050"/>
                    <a:pt x="87392" y="14526"/>
                  </a:cubicBezTo>
                  <a:cubicBezTo>
                    <a:pt x="89773" y="9525"/>
                    <a:pt x="93107" y="7144"/>
                    <a:pt x="97393" y="7144"/>
                  </a:cubicBezTo>
                  <a:cubicBezTo>
                    <a:pt x="100965" y="7144"/>
                    <a:pt x="104061" y="8096"/>
                    <a:pt x="106680" y="9763"/>
                  </a:cubicBezTo>
                  <a:cubicBezTo>
                    <a:pt x="99298" y="11430"/>
                    <a:pt x="95488" y="15716"/>
                    <a:pt x="95488" y="23098"/>
                  </a:cubicBezTo>
                  <a:cubicBezTo>
                    <a:pt x="95488" y="29289"/>
                    <a:pt x="98584" y="32385"/>
                    <a:pt x="105013" y="32385"/>
                  </a:cubicBezTo>
                  <a:cubicBezTo>
                    <a:pt x="113109" y="32385"/>
                    <a:pt x="118824" y="25241"/>
                    <a:pt x="118824" y="1714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14" name="MathGlyph 214"/>
            <p:cNvSpPr/>
            <p:nvPr/>
          </p:nvSpPr>
          <p:spPr>
            <a:xfrm>
              <a:off x="3182645" y="937688"/>
              <a:ext cx="55006" cy="237172"/>
            </a:xfrm>
            <a:custGeom>
              <a:avLst/>
              <a:gdLst/>
              <a:ahLst/>
              <a:cxnLst/>
              <a:rect l="l" t="t" r="r" b="b"/>
              <a:pathLst>
                <a:path w="55006" h="237172">
                  <a:moveTo>
                    <a:pt x="51673" y="237173"/>
                  </a:moveTo>
                  <a:cubicBezTo>
                    <a:pt x="53816" y="237173"/>
                    <a:pt x="55007" y="235982"/>
                    <a:pt x="55007" y="233839"/>
                  </a:cubicBezTo>
                  <a:cubicBezTo>
                    <a:pt x="55007" y="233124"/>
                    <a:pt x="54531" y="232172"/>
                    <a:pt x="53816" y="231219"/>
                  </a:cubicBezTo>
                  <a:cubicBezTo>
                    <a:pt x="41434" y="221694"/>
                    <a:pt x="31433" y="205978"/>
                    <a:pt x="24051" y="184309"/>
                  </a:cubicBezTo>
                  <a:cubicBezTo>
                    <a:pt x="17621" y="165497"/>
                    <a:pt x="14288" y="146923"/>
                    <a:pt x="14288" y="128588"/>
                  </a:cubicBezTo>
                  <a:lnTo>
                    <a:pt x="14288" y="108585"/>
                  </a:lnTo>
                  <a:cubicBezTo>
                    <a:pt x="14288" y="90249"/>
                    <a:pt x="17621" y="71676"/>
                    <a:pt x="24051" y="52864"/>
                  </a:cubicBezTo>
                  <a:cubicBezTo>
                    <a:pt x="31433" y="31194"/>
                    <a:pt x="41434" y="15478"/>
                    <a:pt x="53816" y="5953"/>
                  </a:cubicBezTo>
                  <a:cubicBezTo>
                    <a:pt x="54531" y="5239"/>
                    <a:pt x="55007" y="4286"/>
                    <a:pt x="55007" y="3334"/>
                  </a:cubicBezTo>
                  <a:cubicBezTo>
                    <a:pt x="55007" y="1191"/>
                    <a:pt x="53816" y="0"/>
                    <a:pt x="51673" y="0"/>
                  </a:cubicBezTo>
                  <a:cubicBezTo>
                    <a:pt x="51435" y="0"/>
                    <a:pt x="50721" y="238"/>
                    <a:pt x="50006" y="714"/>
                  </a:cubicBezTo>
                  <a:cubicBezTo>
                    <a:pt x="35719" y="11668"/>
                    <a:pt x="23812" y="27861"/>
                    <a:pt x="14049" y="49530"/>
                  </a:cubicBezTo>
                  <a:cubicBezTo>
                    <a:pt x="4762" y="70247"/>
                    <a:pt x="0" y="89773"/>
                    <a:pt x="0" y="108585"/>
                  </a:cubicBezTo>
                  <a:lnTo>
                    <a:pt x="0" y="128588"/>
                  </a:lnTo>
                  <a:cubicBezTo>
                    <a:pt x="0" y="147399"/>
                    <a:pt x="4762" y="166926"/>
                    <a:pt x="14049" y="187643"/>
                  </a:cubicBezTo>
                  <a:cubicBezTo>
                    <a:pt x="23812" y="209312"/>
                    <a:pt x="35719" y="225504"/>
                    <a:pt x="50006" y="236458"/>
                  </a:cubicBezTo>
                  <a:cubicBezTo>
                    <a:pt x="50721" y="236934"/>
                    <a:pt x="51435" y="237173"/>
                    <a:pt x="51673" y="2371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15" name="MathGlyph 215"/>
            <p:cNvSpPr/>
            <p:nvPr/>
          </p:nvSpPr>
          <p:spPr>
            <a:xfrm>
              <a:off x="3258131" y="1010554"/>
              <a:ext cx="118586" cy="107870"/>
            </a:xfrm>
            <a:custGeom>
              <a:avLst/>
              <a:gdLst/>
              <a:ahLst/>
              <a:cxnLst/>
              <a:rect l="l" t="t" r="r" b="b"/>
              <a:pathLst>
                <a:path w="118586" h="107870">
                  <a:moveTo>
                    <a:pt x="118586" y="16431"/>
                  </a:moveTo>
                  <a:cubicBezTo>
                    <a:pt x="118586" y="5477"/>
                    <a:pt x="107871" y="0"/>
                    <a:pt x="95964" y="0"/>
                  </a:cubicBezTo>
                  <a:cubicBezTo>
                    <a:pt x="85725" y="0"/>
                    <a:pt x="77629" y="5477"/>
                    <a:pt x="71438" y="16431"/>
                  </a:cubicBezTo>
                  <a:cubicBezTo>
                    <a:pt x="66437" y="5477"/>
                    <a:pt x="58102" y="0"/>
                    <a:pt x="45958" y="0"/>
                  </a:cubicBezTo>
                  <a:cubicBezTo>
                    <a:pt x="34290" y="0"/>
                    <a:pt x="24765" y="5477"/>
                    <a:pt x="17145" y="16193"/>
                  </a:cubicBezTo>
                  <a:cubicBezTo>
                    <a:pt x="10716" y="25479"/>
                    <a:pt x="7382" y="32385"/>
                    <a:pt x="7382" y="36909"/>
                  </a:cubicBezTo>
                  <a:cubicBezTo>
                    <a:pt x="7382" y="39052"/>
                    <a:pt x="8572" y="40243"/>
                    <a:pt x="10954" y="40243"/>
                  </a:cubicBezTo>
                  <a:cubicBezTo>
                    <a:pt x="13097" y="40243"/>
                    <a:pt x="14526" y="39052"/>
                    <a:pt x="15002" y="36909"/>
                  </a:cubicBezTo>
                  <a:cubicBezTo>
                    <a:pt x="19526" y="23098"/>
                    <a:pt x="29527" y="6906"/>
                    <a:pt x="45482" y="6906"/>
                  </a:cubicBezTo>
                  <a:cubicBezTo>
                    <a:pt x="53340" y="6906"/>
                    <a:pt x="57150" y="11906"/>
                    <a:pt x="57150" y="21669"/>
                  </a:cubicBezTo>
                  <a:cubicBezTo>
                    <a:pt x="57150" y="26670"/>
                    <a:pt x="52864" y="45244"/>
                    <a:pt x="44529" y="77152"/>
                  </a:cubicBezTo>
                  <a:cubicBezTo>
                    <a:pt x="40481" y="93107"/>
                    <a:pt x="33338" y="100965"/>
                    <a:pt x="23098" y="100965"/>
                  </a:cubicBezTo>
                  <a:cubicBezTo>
                    <a:pt x="19764" y="100965"/>
                    <a:pt x="16669" y="100251"/>
                    <a:pt x="14049" y="99060"/>
                  </a:cubicBezTo>
                  <a:cubicBezTo>
                    <a:pt x="20241" y="96679"/>
                    <a:pt x="23336" y="92393"/>
                    <a:pt x="23336" y="86201"/>
                  </a:cubicBezTo>
                  <a:cubicBezTo>
                    <a:pt x="23336" y="80010"/>
                    <a:pt x="20241" y="76914"/>
                    <a:pt x="13811" y="76914"/>
                  </a:cubicBezTo>
                  <a:cubicBezTo>
                    <a:pt x="5953" y="76914"/>
                    <a:pt x="0" y="83582"/>
                    <a:pt x="0" y="91440"/>
                  </a:cubicBezTo>
                  <a:cubicBezTo>
                    <a:pt x="0" y="102394"/>
                    <a:pt x="11192" y="107871"/>
                    <a:pt x="22860" y="107871"/>
                  </a:cubicBezTo>
                  <a:cubicBezTo>
                    <a:pt x="32861" y="107871"/>
                    <a:pt x="40957" y="102394"/>
                    <a:pt x="47387" y="91440"/>
                  </a:cubicBezTo>
                  <a:cubicBezTo>
                    <a:pt x="51911" y="102394"/>
                    <a:pt x="60484" y="107871"/>
                    <a:pt x="72866" y="107871"/>
                  </a:cubicBezTo>
                  <a:cubicBezTo>
                    <a:pt x="84296" y="107871"/>
                    <a:pt x="93821" y="102394"/>
                    <a:pt x="101441" y="91678"/>
                  </a:cubicBezTo>
                  <a:cubicBezTo>
                    <a:pt x="107871" y="82391"/>
                    <a:pt x="111204" y="75486"/>
                    <a:pt x="111204" y="70961"/>
                  </a:cubicBezTo>
                  <a:cubicBezTo>
                    <a:pt x="111204" y="68818"/>
                    <a:pt x="110014" y="67627"/>
                    <a:pt x="107632" y="67627"/>
                  </a:cubicBezTo>
                  <a:cubicBezTo>
                    <a:pt x="105489" y="67627"/>
                    <a:pt x="104299" y="68818"/>
                    <a:pt x="103584" y="70961"/>
                  </a:cubicBezTo>
                  <a:cubicBezTo>
                    <a:pt x="99536" y="84534"/>
                    <a:pt x="88821" y="100965"/>
                    <a:pt x="73342" y="100965"/>
                  </a:cubicBezTo>
                  <a:cubicBezTo>
                    <a:pt x="65484" y="100965"/>
                    <a:pt x="61436" y="96202"/>
                    <a:pt x="61436" y="86439"/>
                  </a:cubicBezTo>
                  <a:cubicBezTo>
                    <a:pt x="61436" y="83344"/>
                    <a:pt x="62627" y="76676"/>
                    <a:pt x="65246" y="65961"/>
                  </a:cubicBezTo>
                  <a:lnTo>
                    <a:pt x="73342" y="33814"/>
                  </a:lnTo>
                  <a:cubicBezTo>
                    <a:pt x="77867" y="15954"/>
                    <a:pt x="85249" y="6906"/>
                    <a:pt x="95726" y="6906"/>
                  </a:cubicBezTo>
                  <a:cubicBezTo>
                    <a:pt x="99060" y="6906"/>
                    <a:pt x="102156" y="7620"/>
                    <a:pt x="104775" y="8811"/>
                  </a:cubicBezTo>
                  <a:cubicBezTo>
                    <a:pt x="98346" y="10954"/>
                    <a:pt x="95250" y="15240"/>
                    <a:pt x="95250" y="21669"/>
                  </a:cubicBezTo>
                  <a:cubicBezTo>
                    <a:pt x="95250" y="27861"/>
                    <a:pt x="98584" y="30956"/>
                    <a:pt x="105013" y="30956"/>
                  </a:cubicBezTo>
                  <a:cubicBezTo>
                    <a:pt x="112633" y="30956"/>
                    <a:pt x="118586" y="24051"/>
                    <a:pt x="118586" y="1643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16" name="MathGlyph 216"/>
            <p:cNvSpPr/>
            <p:nvPr/>
          </p:nvSpPr>
          <p:spPr>
            <a:xfrm>
              <a:off x="3401006" y="937688"/>
              <a:ext cx="55006" cy="237172"/>
            </a:xfrm>
            <a:custGeom>
              <a:avLst/>
              <a:gdLst/>
              <a:ahLst/>
              <a:cxnLst/>
              <a:rect l="l" t="t" r="r" b="b"/>
              <a:pathLst>
                <a:path w="55006" h="237172">
                  <a:moveTo>
                    <a:pt x="5001" y="236458"/>
                  </a:moveTo>
                  <a:cubicBezTo>
                    <a:pt x="19288" y="225504"/>
                    <a:pt x="31194" y="209312"/>
                    <a:pt x="40958" y="187643"/>
                  </a:cubicBezTo>
                  <a:cubicBezTo>
                    <a:pt x="50244" y="166926"/>
                    <a:pt x="55007" y="147399"/>
                    <a:pt x="55007" y="128588"/>
                  </a:cubicBezTo>
                  <a:lnTo>
                    <a:pt x="55007" y="108585"/>
                  </a:lnTo>
                  <a:cubicBezTo>
                    <a:pt x="55007" y="89773"/>
                    <a:pt x="50244" y="70247"/>
                    <a:pt x="40958" y="49530"/>
                  </a:cubicBezTo>
                  <a:cubicBezTo>
                    <a:pt x="31194" y="27861"/>
                    <a:pt x="19288" y="11668"/>
                    <a:pt x="5001" y="714"/>
                  </a:cubicBezTo>
                  <a:cubicBezTo>
                    <a:pt x="4286" y="238"/>
                    <a:pt x="3572" y="0"/>
                    <a:pt x="3334" y="0"/>
                  </a:cubicBezTo>
                  <a:cubicBezTo>
                    <a:pt x="1191" y="0"/>
                    <a:pt x="0" y="1191"/>
                    <a:pt x="0" y="3334"/>
                  </a:cubicBezTo>
                  <a:cubicBezTo>
                    <a:pt x="0" y="4286"/>
                    <a:pt x="476" y="5239"/>
                    <a:pt x="1191" y="5953"/>
                  </a:cubicBezTo>
                  <a:cubicBezTo>
                    <a:pt x="13573" y="15478"/>
                    <a:pt x="23574" y="31194"/>
                    <a:pt x="30956" y="52864"/>
                  </a:cubicBezTo>
                  <a:cubicBezTo>
                    <a:pt x="37386" y="71676"/>
                    <a:pt x="40719" y="90249"/>
                    <a:pt x="40719" y="108585"/>
                  </a:cubicBezTo>
                  <a:lnTo>
                    <a:pt x="40719" y="128588"/>
                  </a:lnTo>
                  <a:cubicBezTo>
                    <a:pt x="40719" y="146923"/>
                    <a:pt x="37386" y="165497"/>
                    <a:pt x="30956" y="184309"/>
                  </a:cubicBezTo>
                  <a:cubicBezTo>
                    <a:pt x="23574" y="205978"/>
                    <a:pt x="13573" y="221694"/>
                    <a:pt x="1191" y="231219"/>
                  </a:cubicBezTo>
                  <a:cubicBezTo>
                    <a:pt x="476" y="232172"/>
                    <a:pt x="0" y="233124"/>
                    <a:pt x="0" y="233839"/>
                  </a:cubicBezTo>
                  <a:cubicBezTo>
                    <a:pt x="0" y="235982"/>
                    <a:pt x="1191" y="237173"/>
                    <a:pt x="3334" y="237173"/>
                  </a:cubicBezTo>
                  <a:cubicBezTo>
                    <a:pt x="3572" y="237173"/>
                    <a:pt x="4286" y="236934"/>
                    <a:pt x="5001" y="236458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17" name="MathGlyph 217"/>
            <p:cNvSpPr/>
            <p:nvPr/>
          </p:nvSpPr>
          <p:spPr>
            <a:xfrm>
              <a:off x="3559540" y="1028414"/>
              <a:ext cx="158591" cy="55721"/>
            </a:xfrm>
            <a:custGeom>
              <a:avLst/>
              <a:gdLst/>
              <a:ahLst/>
              <a:cxnLst/>
              <a:rect l="l" t="t" r="r" b="b"/>
              <a:pathLst>
                <a:path w="158591" h="55721">
                  <a:moveTo>
                    <a:pt x="152876" y="0"/>
                  </a:moveTo>
                  <a:lnTo>
                    <a:pt x="5715" y="0"/>
                  </a:lnTo>
                  <a:cubicBezTo>
                    <a:pt x="1905" y="0"/>
                    <a:pt x="0" y="1905"/>
                    <a:pt x="0" y="5477"/>
                  </a:cubicBezTo>
                  <a:cubicBezTo>
                    <a:pt x="0" y="9049"/>
                    <a:pt x="1905" y="10954"/>
                    <a:pt x="5715" y="10954"/>
                  </a:cubicBezTo>
                  <a:lnTo>
                    <a:pt x="152876" y="10954"/>
                  </a:lnTo>
                  <a:cubicBezTo>
                    <a:pt x="156686" y="10954"/>
                    <a:pt x="158591" y="9049"/>
                    <a:pt x="158591" y="5477"/>
                  </a:cubicBezTo>
                  <a:cubicBezTo>
                    <a:pt x="158591" y="2619"/>
                    <a:pt x="155972" y="0"/>
                    <a:pt x="152876" y="0"/>
                  </a:cubicBezTo>
                  <a:close/>
                  <a:moveTo>
                    <a:pt x="152876" y="44768"/>
                  </a:moveTo>
                  <a:lnTo>
                    <a:pt x="5715" y="44768"/>
                  </a:lnTo>
                  <a:cubicBezTo>
                    <a:pt x="1905" y="44768"/>
                    <a:pt x="0" y="46672"/>
                    <a:pt x="0" y="50244"/>
                  </a:cubicBezTo>
                  <a:cubicBezTo>
                    <a:pt x="0" y="53816"/>
                    <a:pt x="1905" y="55721"/>
                    <a:pt x="5715" y="55721"/>
                  </a:cubicBezTo>
                  <a:lnTo>
                    <a:pt x="152876" y="55721"/>
                  </a:lnTo>
                  <a:cubicBezTo>
                    <a:pt x="156686" y="55721"/>
                    <a:pt x="158591" y="53816"/>
                    <a:pt x="158591" y="50244"/>
                  </a:cubicBezTo>
                  <a:cubicBezTo>
                    <a:pt x="158591" y="47149"/>
                    <a:pt x="155972" y="44768"/>
                    <a:pt x="152876" y="44768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0" y="0"/>
            <a:ext cx="3007124" cy="19050"/>
          </a:xfrm>
          <a:custGeom>
            <a:avLst/>
            <a:gdLst/>
            <a:ahLst/>
            <a:cxnLst/>
            <a:rect l="l" t="t" r="r" b="b"/>
            <a:pathLst>
              <a:path w="3007124" h="19050">
                <a:moveTo>
                  <a:pt x="0" y="0"/>
                </a:moveTo>
                <a:lnTo>
                  <a:pt x="0" y="19050"/>
                </a:lnTo>
                <a:lnTo>
                  <a:pt x="3007125" y="19050"/>
                </a:lnTo>
                <a:lnTo>
                  <a:pt x="3007125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3007128" y="0"/>
            <a:ext cx="5011874" cy="19050"/>
          </a:xfrm>
          <a:custGeom>
            <a:avLst/>
            <a:gdLst/>
            <a:ahLst/>
            <a:cxnLst/>
            <a:rect l="l" t="t" r="r" b="b"/>
            <a:pathLst>
              <a:path w="5011874" h="19050">
                <a:moveTo>
                  <a:pt x="0" y="0"/>
                </a:moveTo>
                <a:lnTo>
                  <a:pt x="0" y="19050"/>
                </a:lnTo>
                <a:lnTo>
                  <a:pt x="5011875" y="19050"/>
                </a:lnTo>
                <a:lnTo>
                  <a:pt x="5011875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2" name="Freeform 102"/>
          <p:cNvSpPr/>
          <p:nvPr/>
        </p:nvSpPr>
        <p:spPr>
          <a:xfrm>
            <a:off x="0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3" name="Freeform 103"/>
          <p:cNvSpPr/>
          <p:nvPr/>
        </p:nvSpPr>
        <p:spPr>
          <a:xfrm>
            <a:off x="2004745" y="4367812"/>
            <a:ext cx="4009500" cy="142875"/>
          </a:xfrm>
          <a:custGeom>
            <a:avLst/>
            <a:gdLst/>
            <a:ahLst/>
            <a:cxnLst/>
            <a:rect l="l" t="t" r="r" b="b"/>
            <a:pathLst>
              <a:path w="4009500" h="142875">
                <a:moveTo>
                  <a:pt x="0" y="0"/>
                </a:moveTo>
                <a:lnTo>
                  <a:pt x="0" y="142875"/>
                </a:lnTo>
                <a:lnTo>
                  <a:pt x="4009500" y="142875"/>
                </a:lnTo>
                <a:lnTo>
                  <a:pt x="4009500" y="0"/>
                </a:lnTo>
                <a:close/>
              </a:path>
            </a:pathLst>
          </a:custGeom>
          <a:solidFill>
            <a:srgbClr val="176B87"/>
          </a:solidFill>
        </p:spPr>
      </p:sp>
      <p:sp>
        <p:nvSpPr>
          <p:cNvPr id="104" name="Freeform 104"/>
          <p:cNvSpPr/>
          <p:nvPr/>
        </p:nvSpPr>
        <p:spPr>
          <a:xfrm>
            <a:off x="6014246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5" name="TextBox 104"/>
          <p:cNvSpPr txBox="1"/>
          <p:nvPr/>
        </p:nvSpPr>
        <p:spPr>
          <a:xfrm>
            <a:off x="119062" y="57588"/>
            <a:ext cx="3864208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32">
                <a:solidFill>
                  <a:srgbClr val="04364A"/>
                </a:solidFill>
                <a:latin typeface="Arial"/>
              </a:rPr>
              <a:t>1.4</a:t>
            </a:r>
            <a:r>
              <a:rPr b="1" i="0" sz="2232">
                <a:solidFill>
                  <a:srgbClr val="04364A"/>
                </a:solidFill>
                <a:latin typeface="Arial"/>
              </a:rPr>
              <a:t> Math Equation Animation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22101" y="76285"/>
            <a:ext cx="1677839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A7B9C0"/>
                </a:solidFill>
                <a:latin typeface="Arial"/>
              </a:rPr>
              <a:t>1.</a:t>
            </a:r>
            <a:r>
              <a:rPr b="0" i="0" sz="1860">
                <a:solidFill>
                  <a:srgbClr val="A7B9C0"/>
                </a:solidFill>
                <a:latin typeface="Arial"/>
              </a:rPr>
              <a:t> Animation</a:t>
            </a:r>
            <a:r>
              <a:rPr b="0" i="0" sz="1874">
                <a:solidFill>
                  <a:srgbClr val="A7B9C0"/>
                </a:solidFill>
                <a:latin typeface="Consolas"/>
              </a:rPr>
              <a:t> 🏫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6250" y="443960"/>
            <a:ext cx="207102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Equation with </a:t>
            </a:r>
            <a:r>
              <a:rPr b="0" i="0" sz="1500">
                <a:solidFill>
                  <a:srgbClr val="000000"/>
                </a:solidFill>
                <a:latin typeface="Consolas"/>
              </a:rPr>
              <a:t>pause</a:t>
            </a:r>
            <a:r>
              <a:rPr b="0" i="0" sz="1860">
                <a:solidFill>
                  <a:srgbClr val="000000"/>
                </a:solidFill>
                <a:latin typeface="Arial"/>
              </a:rPr>
              <a:t>: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6250" y="1845230"/>
            <a:ext cx="3675935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Here, we have the expression of 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𝑓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(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𝑥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)</a:t>
            </a:r>
            <a:r>
              <a:rPr b="0" i="0" sz="186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44638" y="4394996"/>
            <a:ext cx="31546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Authors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919242" y="4394996"/>
            <a:ext cx="18050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744">
                <a:solidFill>
                  <a:srgbClr val="FFFFFF"/>
                </a:solidFill>
                <a:latin typeface="Arial"/>
              </a:rPr>
              <a:t>Title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81505" y="4394996"/>
            <a:ext cx="4187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2026-04-15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40479" y="4394996"/>
            <a:ext cx="21125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744">
                <a:solidFill>
                  <a:srgbClr val="FFFFFF"/>
                </a:solidFill>
                <a:latin typeface="Arial"/>
              </a:rPr>
              <a:t>6 / </a:t>
            </a:r>
            <a:r>
              <a:rPr b="0" i="0" sz="744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grpSp>
        <p:nvGrpSpPr>
          <p:cNvPr id="328" name="MathFormula 328"/>
          <p:cNvGrpSpPr/>
          <p:nvPr/>
        </p:nvGrpSpPr>
        <p:grpSpPr>
          <a:xfrm>
            <a:off x="3033102" y="918686"/>
            <a:ext cx="1946139" cy="576405"/>
            <a:chOff x="3033102" y="918686"/>
            <a:chExt cx="1946139" cy="576405"/>
          </a:xfrm>
        </p:grpSpPr>
        <p:sp>
          <p:nvSpPr>
            <p:cNvPr id="213" name="MathGlyph 213"/>
            <p:cNvSpPr/>
            <p:nvPr/>
          </p:nvSpPr>
          <p:spPr>
            <a:xfrm>
              <a:off x="3033102" y="947927"/>
              <a:ext cx="118824" cy="216693"/>
            </a:xfrm>
            <a:custGeom>
              <a:avLst/>
              <a:gdLst/>
              <a:ahLst/>
              <a:cxnLst/>
              <a:rect l="l" t="t" r="r" b="b"/>
              <a:pathLst>
                <a:path w="118824" h="216693">
                  <a:moveTo>
                    <a:pt x="118824" y="17145"/>
                  </a:moveTo>
                  <a:cubicBezTo>
                    <a:pt x="118824" y="6668"/>
                    <a:pt x="108585" y="0"/>
                    <a:pt x="97393" y="0"/>
                  </a:cubicBezTo>
                  <a:cubicBezTo>
                    <a:pt x="82629" y="0"/>
                    <a:pt x="72390" y="9525"/>
                    <a:pt x="66913" y="28337"/>
                  </a:cubicBezTo>
                  <a:cubicBezTo>
                    <a:pt x="65723" y="32623"/>
                    <a:pt x="63103" y="44768"/>
                    <a:pt x="59293" y="64770"/>
                  </a:cubicBezTo>
                  <a:lnTo>
                    <a:pt x="43815" y="64770"/>
                  </a:lnTo>
                  <a:cubicBezTo>
                    <a:pt x="38576" y="64770"/>
                    <a:pt x="35957" y="65008"/>
                    <a:pt x="35957" y="70009"/>
                  </a:cubicBezTo>
                  <a:cubicBezTo>
                    <a:pt x="35957" y="72628"/>
                    <a:pt x="38338" y="73819"/>
                    <a:pt x="43339" y="73819"/>
                  </a:cubicBezTo>
                  <a:lnTo>
                    <a:pt x="57626" y="73819"/>
                  </a:lnTo>
                  <a:lnTo>
                    <a:pt x="40243" y="165973"/>
                  </a:lnTo>
                  <a:cubicBezTo>
                    <a:pt x="37624" y="179546"/>
                    <a:pt x="35242" y="189548"/>
                    <a:pt x="33099" y="196215"/>
                  </a:cubicBezTo>
                  <a:cubicBezTo>
                    <a:pt x="30242" y="205026"/>
                    <a:pt x="26194" y="209550"/>
                    <a:pt x="20955" y="209550"/>
                  </a:cubicBezTo>
                  <a:cubicBezTo>
                    <a:pt x="17383" y="209550"/>
                    <a:pt x="14526" y="208598"/>
                    <a:pt x="11906" y="206931"/>
                  </a:cubicBezTo>
                  <a:cubicBezTo>
                    <a:pt x="19526" y="205740"/>
                    <a:pt x="23336" y="201216"/>
                    <a:pt x="23336" y="193596"/>
                  </a:cubicBezTo>
                  <a:cubicBezTo>
                    <a:pt x="23336" y="187404"/>
                    <a:pt x="20241" y="184309"/>
                    <a:pt x="13811" y="184309"/>
                  </a:cubicBezTo>
                  <a:cubicBezTo>
                    <a:pt x="5715" y="184309"/>
                    <a:pt x="0" y="191452"/>
                    <a:pt x="0" y="199549"/>
                  </a:cubicBezTo>
                  <a:cubicBezTo>
                    <a:pt x="0" y="210026"/>
                    <a:pt x="9763" y="216694"/>
                    <a:pt x="20955" y="216694"/>
                  </a:cubicBezTo>
                  <a:cubicBezTo>
                    <a:pt x="26908" y="216694"/>
                    <a:pt x="32385" y="214312"/>
                    <a:pt x="36909" y="209312"/>
                  </a:cubicBezTo>
                  <a:cubicBezTo>
                    <a:pt x="44529" y="201454"/>
                    <a:pt x="50483" y="190262"/>
                    <a:pt x="54769" y="175260"/>
                  </a:cubicBezTo>
                  <a:cubicBezTo>
                    <a:pt x="57388" y="165973"/>
                    <a:pt x="59769" y="156924"/>
                    <a:pt x="61436" y="147876"/>
                  </a:cubicBezTo>
                  <a:lnTo>
                    <a:pt x="75248" y="73819"/>
                  </a:lnTo>
                  <a:lnTo>
                    <a:pt x="94774" y="73819"/>
                  </a:lnTo>
                  <a:cubicBezTo>
                    <a:pt x="100251" y="73819"/>
                    <a:pt x="102632" y="73581"/>
                    <a:pt x="102632" y="68104"/>
                  </a:cubicBezTo>
                  <a:cubicBezTo>
                    <a:pt x="102632" y="65961"/>
                    <a:pt x="100251" y="64770"/>
                    <a:pt x="95488" y="64770"/>
                  </a:cubicBezTo>
                  <a:lnTo>
                    <a:pt x="77153" y="64770"/>
                  </a:lnTo>
                  <a:cubicBezTo>
                    <a:pt x="78581" y="55007"/>
                    <a:pt x="85249" y="19050"/>
                    <a:pt x="87392" y="14526"/>
                  </a:cubicBezTo>
                  <a:cubicBezTo>
                    <a:pt x="89773" y="9525"/>
                    <a:pt x="93107" y="7144"/>
                    <a:pt x="97393" y="7144"/>
                  </a:cubicBezTo>
                  <a:cubicBezTo>
                    <a:pt x="100965" y="7144"/>
                    <a:pt x="104061" y="8096"/>
                    <a:pt x="106680" y="9763"/>
                  </a:cubicBezTo>
                  <a:cubicBezTo>
                    <a:pt x="99298" y="11430"/>
                    <a:pt x="95488" y="15716"/>
                    <a:pt x="95488" y="23098"/>
                  </a:cubicBezTo>
                  <a:cubicBezTo>
                    <a:pt x="95488" y="29289"/>
                    <a:pt x="98584" y="32385"/>
                    <a:pt x="105013" y="32385"/>
                  </a:cubicBezTo>
                  <a:cubicBezTo>
                    <a:pt x="113109" y="32385"/>
                    <a:pt x="118824" y="25241"/>
                    <a:pt x="118824" y="1714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14" name="MathGlyph 214"/>
            <p:cNvSpPr/>
            <p:nvPr/>
          </p:nvSpPr>
          <p:spPr>
            <a:xfrm>
              <a:off x="3182645" y="937688"/>
              <a:ext cx="55006" cy="237172"/>
            </a:xfrm>
            <a:custGeom>
              <a:avLst/>
              <a:gdLst/>
              <a:ahLst/>
              <a:cxnLst/>
              <a:rect l="l" t="t" r="r" b="b"/>
              <a:pathLst>
                <a:path w="55006" h="237172">
                  <a:moveTo>
                    <a:pt x="51673" y="237173"/>
                  </a:moveTo>
                  <a:cubicBezTo>
                    <a:pt x="53816" y="237173"/>
                    <a:pt x="55007" y="235982"/>
                    <a:pt x="55007" y="233839"/>
                  </a:cubicBezTo>
                  <a:cubicBezTo>
                    <a:pt x="55007" y="233124"/>
                    <a:pt x="54531" y="232172"/>
                    <a:pt x="53816" y="231219"/>
                  </a:cubicBezTo>
                  <a:cubicBezTo>
                    <a:pt x="41434" y="221694"/>
                    <a:pt x="31433" y="205978"/>
                    <a:pt x="24051" y="184309"/>
                  </a:cubicBezTo>
                  <a:cubicBezTo>
                    <a:pt x="17621" y="165497"/>
                    <a:pt x="14288" y="146923"/>
                    <a:pt x="14288" y="128588"/>
                  </a:cubicBezTo>
                  <a:lnTo>
                    <a:pt x="14288" y="108585"/>
                  </a:lnTo>
                  <a:cubicBezTo>
                    <a:pt x="14288" y="90249"/>
                    <a:pt x="17621" y="71676"/>
                    <a:pt x="24051" y="52864"/>
                  </a:cubicBezTo>
                  <a:cubicBezTo>
                    <a:pt x="31433" y="31194"/>
                    <a:pt x="41434" y="15478"/>
                    <a:pt x="53816" y="5953"/>
                  </a:cubicBezTo>
                  <a:cubicBezTo>
                    <a:pt x="54531" y="5239"/>
                    <a:pt x="55007" y="4286"/>
                    <a:pt x="55007" y="3334"/>
                  </a:cubicBezTo>
                  <a:cubicBezTo>
                    <a:pt x="55007" y="1191"/>
                    <a:pt x="53816" y="0"/>
                    <a:pt x="51673" y="0"/>
                  </a:cubicBezTo>
                  <a:cubicBezTo>
                    <a:pt x="51435" y="0"/>
                    <a:pt x="50721" y="238"/>
                    <a:pt x="50006" y="714"/>
                  </a:cubicBezTo>
                  <a:cubicBezTo>
                    <a:pt x="35719" y="11668"/>
                    <a:pt x="23812" y="27861"/>
                    <a:pt x="14049" y="49530"/>
                  </a:cubicBezTo>
                  <a:cubicBezTo>
                    <a:pt x="4762" y="70247"/>
                    <a:pt x="0" y="89773"/>
                    <a:pt x="0" y="108585"/>
                  </a:cubicBezTo>
                  <a:lnTo>
                    <a:pt x="0" y="128588"/>
                  </a:lnTo>
                  <a:cubicBezTo>
                    <a:pt x="0" y="147399"/>
                    <a:pt x="4762" y="166926"/>
                    <a:pt x="14049" y="187643"/>
                  </a:cubicBezTo>
                  <a:cubicBezTo>
                    <a:pt x="23812" y="209312"/>
                    <a:pt x="35719" y="225504"/>
                    <a:pt x="50006" y="236458"/>
                  </a:cubicBezTo>
                  <a:cubicBezTo>
                    <a:pt x="50721" y="236934"/>
                    <a:pt x="51435" y="237173"/>
                    <a:pt x="51673" y="2371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15" name="MathGlyph 215"/>
            <p:cNvSpPr/>
            <p:nvPr/>
          </p:nvSpPr>
          <p:spPr>
            <a:xfrm>
              <a:off x="3258131" y="1010554"/>
              <a:ext cx="118586" cy="107870"/>
            </a:xfrm>
            <a:custGeom>
              <a:avLst/>
              <a:gdLst/>
              <a:ahLst/>
              <a:cxnLst/>
              <a:rect l="l" t="t" r="r" b="b"/>
              <a:pathLst>
                <a:path w="118586" h="107870">
                  <a:moveTo>
                    <a:pt x="118586" y="16431"/>
                  </a:moveTo>
                  <a:cubicBezTo>
                    <a:pt x="118586" y="5477"/>
                    <a:pt x="107871" y="0"/>
                    <a:pt x="95964" y="0"/>
                  </a:cubicBezTo>
                  <a:cubicBezTo>
                    <a:pt x="85725" y="0"/>
                    <a:pt x="77629" y="5477"/>
                    <a:pt x="71438" y="16431"/>
                  </a:cubicBezTo>
                  <a:cubicBezTo>
                    <a:pt x="66437" y="5477"/>
                    <a:pt x="58102" y="0"/>
                    <a:pt x="45958" y="0"/>
                  </a:cubicBezTo>
                  <a:cubicBezTo>
                    <a:pt x="34290" y="0"/>
                    <a:pt x="24765" y="5477"/>
                    <a:pt x="17145" y="16193"/>
                  </a:cubicBezTo>
                  <a:cubicBezTo>
                    <a:pt x="10716" y="25479"/>
                    <a:pt x="7382" y="32385"/>
                    <a:pt x="7382" y="36909"/>
                  </a:cubicBezTo>
                  <a:cubicBezTo>
                    <a:pt x="7382" y="39052"/>
                    <a:pt x="8572" y="40243"/>
                    <a:pt x="10954" y="40243"/>
                  </a:cubicBezTo>
                  <a:cubicBezTo>
                    <a:pt x="13097" y="40243"/>
                    <a:pt x="14526" y="39052"/>
                    <a:pt x="15002" y="36909"/>
                  </a:cubicBezTo>
                  <a:cubicBezTo>
                    <a:pt x="19526" y="23098"/>
                    <a:pt x="29527" y="6906"/>
                    <a:pt x="45482" y="6906"/>
                  </a:cubicBezTo>
                  <a:cubicBezTo>
                    <a:pt x="53340" y="6906"/>
                    <a:pt x="57150" y="11906"/>
                    <a:pt x="57150" y="21669"/>
                  </a:cubicBezTo>
                  <a:cubicBezTo>
                    <a:pt x="57150" y="26670"/>
                    <a:pt x="52864" y="45244"/>
                    <a:pt x="44529" y="77152"/>
                  </a:cubicBezTo>
                  <a:cubicBezTo>
                    <a:pt x="40481" y="93107"/>
                    <a:pt x="33338" y="100965"/>
                    <a:pt x="23098" y="100965"/>
                  </a:cubicBezTo>
                  <a:cubicBezTo>
                    <a:pt x="19764" y="100965"/>
                    <a:pt x="16669" y="100251"/>
                    <a:pt x="14049" y="99060"/>
                  </a:cubicBezTo>
                  <a:cubicBezTo>
                    <a:pt x="20241" y="96679"/>
                    <a:pt x="23336" y="92393"/>
                    <a:pt x="23336" y="86201"/>
                  </a:cubicBezTo>
                  <a:cubicBezTo>
                    <a:pt x="23336" y="80010"/>
                    <a:pt x="20241" y="76914"/>
                    <a:pt x="13811" y="76914"/>
                  </a:cubicBezTo>
                  <a:cubicBezTo>
                    <a:pt x="5953" y="76914"/>
                    <a:pt x="0" y="83582"/>
                    <a:pt x="0" y="91440"/>
                  </a:cubicBezTo>
                  <a:cubicBezTo>
                    <a:pt x="0" y="102394"/>
                    <a:pt x="11192" y="107871"/>
                    <a:pt x="22860" y="107871"/>
                  </a:cubicBezTo>
                  <a:cubicBezTo>
                    <a:pt x="32861" y="107871"/>
                    <a:pt x="40957" y="102394"/>
                    <a:pt x="47387" y="91440"/>
                  </a:cubicBezTo>
                  <a:cubicBezTo>
                    <a:pt x="51911" y="102394"/>
                    <a:pt x="60484" y="107871"/>
                    <a:pt x="72866" y="107871"/>
                  </a:cubicBezTo>
                  <a:cubicBezTo>
                    <a:pt x="84296" y="107871"/>
                    <a:pt x="93821" y="102394"/>
                    <a:pt x="101441" y="91678"/>
                  </a:cubicBezTo>
                  <a:cubicBezTo>
                    <a:pt x="107871" y="82391"/>
                    <a:pt x="111204" y="75486"/>
                    <a:pt x="111204" y="70961"/>
                  </a:cubicBezTo>
                  <a:cubicBezTo>
                    <a:pt x="111204" y="68818"/>
                    <a:pt x="110014" y="67627"/>
                    <a:pt x="107632" y="67627"/>
                  </a:cubicBezTo>
                  <a:cubicBezTo>
                    <a:pt x="105489" y="67627"/>
                    <a:pt x="104299" y="68818"/>
                    <a:pt x="103584" y="70961"/>
                  </a:cubicBezTo>
                  <a:cubicBezTo>
                    <a:pt x="99536" y="84534"/>
                    <a:pt x="88821" y="100965"/>
                    <a:pt x="73342" y="100965"/>
                  </a:cubicBezTo>
                  <a:cubicBezTo>
                    <a:pt x="65484" y="100965"/>
                    <a:pt x="61436" y="96202"/>
                    <a:pt x="61436" y="86439"/>
                  </a:cubicBezTo>
                  <a:cubicBezTo>
                    <a:pt x="61436" y="83344"/>
                    <a:pt x="62627" y="76676"/>
                    <a:pt x="65246" y="65961"/>
                  </a:cubicBezTo>
                  <a:lnTo>
                    <a:pt x="73342" y="33814"/>
                  </a:lnTo>
                  <a:cubicBezTo>
                    <a:pt x="77867" y="15954"/>
                    <a:pt x="85249" y="6906"/>
                    <a:pt x="95726" y="6906"/>
                  </a:cubicBezTo>
                  <a:cubicBezTo>
                    <a:pt x="99060" y="6906"/>
                    <a:pt x="102156" y="7620"/>
                    <a:pt x="104775" y="8811"/>
                  </a:cubicBezTo>
                  <a:cubicBezTo>
                    <a:pt x="98346" y="10954"/>
                    <a:pt x="95250" y="15240"/>
                    <a:pt x="95250" y="21669"/>
                  </a:cubicBezTo>
                  <a:cubicBezTo>
                    <a:pt x="95250" y="27861"/>
                    <a:pt x="98584" y="30956"/>
                    <a:pt x="105013" y="30956"/>
                  </a:cubicBezTo>
                  <a:cubicBezTo>
                    <a:pt x="112633" y="30956"/>
                    <a:pt x="118586" y="24051"/>
                    <a:pt x="118586" y="1643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16" name="MathGlyph 216"/>
            <p:cNvSpPr/>
            <p:nvPr/>
          </p:nvSpPr>
          <p:spPr>
            <a:xfrm>
              <a:off x="3401006" y="937688"/>
              <a:ext cx="55006" cy="237172"/>
            </a:xfrm>
            <a:custGeom>
              <a:avLst/>
              <a:gdLst/>
              <a:ahLst/>
              <a:cxnLst/>
              <a:rect l="l" t="t" r="r" b="b"/>
              <a:pathLst>
                <a:path w="55006" h="237172">
                  <a:moveTo>
                    <a:pt x="5001" y="236458"/>
                  </a:moveTo>
                  <a:cubicBezTo>
                    <a:pt x="19288" y="225504"/>
                    <a:pt x="31194" y="209312"/>
                    <a:pt x="40958" y="187643"/>
                  </a:cubicBezTo>
                  <a:cubicBezTo>
                    <a:pt x="50244" y="166926"/>
                    <a:pt x="55007" y="147399"/>
                    <a:pt x="55007" y="128588"/>
                  </a:cubicBezTo>
                  <a:lnTo>
                    <a:pt x="55007" y="108585"/>
                  </a:lnTo>
                  <a:cubicBezTo>
                    <a:pt x="55007" y="89773"/>
                    <a:pt x="50244" y="70247"/>
                    <a:pt x="40958" y="49530"/>
                  </a:cubicBezTo>
                  <a:cubicBezTo>
                    <a:pt x="31194" y="27861"/>
                    <a:pt x="19288" y="11668"/>
                    <a:pt x="5001" y="714"/>
                  </a:cubicBezTo>
                  <a:cubicBezTo>
                    <a:pt x="4286" y="238"/>
                    <a:pt x="3572" y="0"/>
                    <a:pt x="3334" y="0"/>
                  </a:cubicBezTo>
                  <a:cubicBezTo>
                    <a:pt x="1191" y="0"/>
                    <a:pt x="0" y="1191"/>
                    <a:pt x="0" y="3334"/>
                  </a:cubicBezTo>
                  <a:cubicBezTo>
                    <a:pt x="0" y="4286"/>
                    <a:pt x="476" y="5239"/>
                    <a:pt x="1191" y="5953"/>
                  </a:cubicBezTo>
                  <a:cubicBezTo>
                    <a:pt x="13573" y="15478"/>
                    <a:pt x="23574" y="31194"/>
                    <a:pt x="30956" y="52864"/>
                  </a:cubicBezTo>
                  <a:cubicBezTo>
                    <a:pt x="37386" y="71676"/>
                    <a:pt x="40719" y="90249"/>
                    <a:pt x="40719" y="108585"/>
                  </a:cubicBezTo>
                  <a:lnTo>
                    <a:pt x="40719" y="128588"/>
                  </a:lnTo>
                  <a:cubicBezTo>
                    <a:pt x="40719" y="146923"/>
                    <a:pt x="37386" y="165497"/>
                    <a:pt x="30956" y="184309"/>
                  </a:cubicBezTo>
                  <a:cubicBezTo>
                    <a:pt x="23574" y="205978"/>
                    <a:pt x="13573" y="221694"/>
                    <a:pt x="1191" y="231219"/>
                  </a:cubicBezTo>
                  <a:cubicBezTo>
                    <a:pt x="476" y="232172"/>
                    <a:pt x="0" y="233124"/>
                    <a:pt x="0" y="233839"/>
                  </a:cubicBezTo>
                  <a:cubicBezTo>
                    <a:pt x="0" y="235982"/>
                    <a:pt x="1191" y="237173"/>
                    <a:pt x="3334" y="237173"/>
                  </a:cubicBezTo>
                  <a:cubicBezTo>
                    <a:pt x="3572" y="237173"/>
                    <a:pt x="4286" y="236934"/>
                    <a:pt x="5001" y="236458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17" name="MathGlyph 217"/>
            <p:cNvSpPr/>
            <p:nvPr/>
          </p:nvSpPr>
          <p:spPr>
            <a:xfrm>
              <a:off x="3559540" y="1028414"/>
              <a:ext cx="158591" cy="55721"/>
            </a:xfrm>
            <a:custGeom>
              <a:avLst/>
              <a:gdLst/>
              <a:ahLst/>
              <a:cxnLst/>
              <a:rect l="l" t="t" r="r" b="b"/>
              <a:pathLst>
                <a:path w="158591" h="55721">
                  <a:moveTo>
                    <a:pt x="152876" y="0"/>
                  </a:moveTo>
                  <a:lnTo>
                    <a:pt x="5715" y="0"/>
                  </a:lnTo>
                  <a:cubicBezTo>
                    <a:pt x="1905" y="0"/>
                    <a:pt x="0" y="1905"/>
                    <a:pt x="0" y="5477"/>
                  </a:cubicBezTo>
                  <a:cubicBezTo>
                    <a:pt x="0" y="9049"/>
                    <a:pt x="1905" y="10954"/>
                    <a:pt x="5715" y="10954"/>
                  </a:cubicBezTo>
                  <a:lnTo>
                    <a:pt x="152876" y="10954"/>
                  </a:lnTo>
                  <a:cubicBezTo>
                    <a:pt x="156686" y="10954"/>
                    <a:pt x="158591" y="9049"/>
                    <a:pt x="158591" y="5477"/>
                  </a:cubicBezTo>
                  <a:cubicBezTo>
                    <a:pt x="158591" y="2619"/>
                    <a:pt x="155972" y="0"/>
                    <a:pt x="152876" y="0"/>
                  </a:cubicBezTo>
                  <a:close/>
                  <a:moveTo>
                    <a:pt x="152876" y="44768"/>
                  </a:moveTo>
                  <a:lnTo>
                    <a:pt x="5715" y="44768"/>
                  </a:lnTo>
                  <a:cubicBezTo>
                    <a:pt x="1905" y="44768"/>
                    <a:pt x="0" y="46672"/>
                    <a:pt x="0" y="50244"/>
                  </a:cubicBezTo>
                  <a:cubicBezTo>
                    <a:pt x="0" y="53816"/>
                    <a:pt x="1905" y="55721"/>
                    <a:pt x="5715" y="55721"/>
                  </a:cubicBezTo>
                  <a:lnTo>
                    <a:pt x="152876" y="55721"/>
                  </a:lnTo>
                  <a:cubicBezTo>
                    <a:pt x="156686" y="55721"/>
                    <a:pt x="158591" y="53816"/>
                    <a:pt x="158591" y="50244"/>
                  </a:cubicBezTo>
                  <a:cubicBezTo>
                    <a:pt x="158591" y="47149"/>
                    <a:pt x="155972" y="44768"/>
                    <a:pt x="152876" y="44768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18" name="MathGlyph 218"/>
            <p:cNvSpPr/>
            <p:nvPr/>
          </p:nvSpPr>
          <p:spPr>
            <a:xfrm>
              <a:off x="3804523" y="1010554"/>
              <a:ext cx="118586" cy="107870"/>
            </a:xfrm>
            <a:custGeom>
              <a:avLst/>
              <a:gdLst/>
              <a:ahLst/>
              <a:cxnLst/>
              <a:rect l="l" t="t" r="r" b="b"/>
              <a:pathLst>
                <a:path w="118586" h="107870">
                  <a:moveTo>
                    <a:pt x="118586" y="16431"/>
                  </a:moveTo>
                  <a:cubicBezTo>
                    <a:pt x="118586" y="5477"/>
                    <a:pt x="107871" y="0"/>
                    <a:pt x="95964" y="0"/>
                  </a:cubicBezTo>
                  <a:cubicBezTo>
                    <a:pt x="85725" y="0"/>
                    <a:pt x="77629" y="5477"/>
                    <a:pt x="71438" y="16431"/>
                  </a:cubicBezTo>
                  <a:cubicBezTo>
                    <a:pt x="66437" y="5477"/>
                    <a:pt x="58102" y="0"/>
                    <a:pt x="45958" y="0"/>
                  </a:cubicBezTo>
                  <a:cubicBezTo>
                    <a:pt x="34290" y="0"/>
                    <a:pt x="24765" y="5477"/>
                    <a:pt x="17145" y="16193"/>
                  </a:cubicBezTo>
                  <a:cubicBezTo>
                    <a:pt x="10716" y="25479"/>
                    <a:pt x="7382" y="32385"/>
                    <a:pt x="7382" y="36909"/>
                  </a:cubicBezTo>
                  <a:cubicBezTo>
                    <a:pt x="7382" y="39052"/>
                    <a:pt x="8572" y="40243"/>
                    <a:pt x="10954" y="40243"/>
                  </a:cubicBezTo>
                  <a:cubicBezTo>
                    <a:pt x="13097" y="40243"/>
                    <a:pt x="14526" y="39052"/>
                    <a:pt x="15002" y="36909"/>
                  </a:cubicBezTo>
                  <a:cubicBezTo>
                    <a:pt x="19526" y="23098"/>
                    <a:pt x="29527" y="6906"/>
                    <a:pt x="45482" y="6906"/>
                  </a:cubicBezTo>
                  <a:cubicBezTo>
                    <a:pt x="53340" y="6906"/>
                    <a:pt x="57150" y="11906"/>
                    <a:pt x="57150" y="21669"/>
                  </a:cubicBezTo>
                  <a:cubicBezTo>
                    <a:pt x="57150" y="26670"/>
                    <a:pt x="52864" y="45244"/>
                    <a:pt x="44529" y="77152"/>
                  </a:cubicBezTo>
                  <a:cubicBezTo>
                    <a:pt x="40481" y="93107"/>
                    <a:pt x="33338" y="100965"/>
                    <a:pt x="23098" y="100965"/>
                  </a:cubicBezTo>
                  <a:cubicBezTo>
                    <a:pt x="19764" y="100965"/>
                    <a:pt x="16669" y="100251"/>
                    <a:pt x="14049" y="99060"/>
                  </a:cubicBezTo>
                  <a:cubicBezTo>
                    <a:pt x="20241" y="96679"/>
                    <a:pt x="23336" y="92393"/>
                    <a:pt x="23336" y="86201"/>
                  </a:cubicBezTo>
                  <a:cubicBezTo>
                    <a:pt x="23336" y="80010"/>
                    <a:pt x="20241" y="76914"/>
                    <a:pt x="13811" y="76914"/>
                  </a:cubicBezTo>
                  <a:cubicBezTo>
                    <a:pt x="5953" y="76914"/>
                    <a:pt x="0" y="83582"/>
                    <a:pt x="0" y="91440"/>
                  </a:cubicBezTo>
                  <a:cubicBezTo>
                    <a:pt x="0" y="102394"/>
                    <a:pt x="11192" y="107871"/>
                    <a:pt x="22860" y="107871"/>
                  </a:cubicBezTo>
                  <a:cubicBezTo>
                    <a:pt x="32861" y="107871"/>
                    <a:pt x="40957" y="102394"/>
                    <a:pt x="47387" y="91440"/>
                  </a:cubicBezTo>
                  <a:cubicBezTo>
                    <a:pt x="51911" y="102394"/>
                    <a:pt x="60484" y="107871"/>
                    <a:pt x="72866" y="107871"/>
                  </a:cubicBezTo>
                  <a:cubicBezTo>
                    <a:pt x="84296" y="107871"/>
                    <a:pt x="93821" y="102394"/>
                    <a:pt x="101441" y="91678"/>
                  </a:cubicBezTo>
                  <a:cubicBezTo>
                    <a:pt x="107871" y="82391"/>
                    <a:pt x="111204" y="75486"/>
                    <a:pt x="111204" y="70961"/>
                  </a:cubicBezTo>
                  <a:cubicBezTo>
                    <a:pt x="111204" y="68818"/>
                    <a:pt x="110014" y="67627"/>
                    <a:pt x="107632" y="67627"/>
                  </a:cubicBezTo>
                  <a:cubicBezTo>
                    <a:pt x="105489" y="67627"/>
                    <a:pt x="104299" y="68818"/>
                    <a:pt x="103584" y="70961"/>
                  </a:cubicBezTo>
                  <a:cubicBezTo>
                    <a:pt x="99536" y="84534"/>
                    <a:pt x="88821" y="100965"/>
                    <a:pt x="73342" y="100965"/>
                  </a:cubicBezTo>
                  <a:cubicBezTo>
                    <a:pt x="65484" y="100965"/>
                    <a:pt x="61436" y="96202"/>
                    <a:pt x="61436" y="86439"/>
                  </a:cubicBezTo>
                  <a:cubicBezTo>
                    <a:pt x="61436" y="83344"/>
                    <a:pt x="62627" y="76676"/>
                    <a:pt x="65246" y="65961"/>
                  </a:cubicBezTo>
                  <a:lnTo>
                    <a:pt x="73342" y="33814"/>
                  </a:lnTo>
                  <a:cubicBezTo>
                    <a:pt x="77867" y="15954"/>
                    <a:pt x="85249" y="6906"/>
                    <a:pt x="95726" y="6906"/>
                  </a:cubicBezTo>
                  <a:cubicBezTo>
                    <a:pt x="99060" y="6906"/>
                    <a:pt x="102156" y="7620"/>
                    <a:pt x="104775" y="8811"/>
                  </a:cubicBezTo>
                  <a:cubicBezTo>
                    <a:pt x="98346" y="10954"/>
                    <a:pt x="95250" y="15240"/>
                    <a:pt x="95250" y="21669"/>
                  </a:cubicBezTo>
                  <a:cubicBezTo>
                    <a:pt x="95250" y="27861"/>
                    <a:pt x="98584" y="30956"/>
                    <a:pt x="105013" y="30956"/>
                  </a:cubicBezTo>
                  <a:cubicBezTo>
                    <a:pt x="112633" y="30956"/>
                    <a:pt x="118586" y="24051"/>
                    <a:pt x="118586" y="1643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19" name="MathGlyph 219"/>
            <p:cNvSpPr/>
            <p:nvPr/>
          </p:nvSpPr>
          <p:spPr>
            <a:xfrm>
              <a:off x="3943992" y="918686"/>
              <a:ext cx="74175" cy="110680"/>
            </a:xfrm>
            <a:custGeom>
              <a:avLst/>
              <a:gdLst/>
              <a:ahLst/>
              <a:cxnLst/>
              <a:rect l="l" t="t" r="r" b="b"/>
              <a:pathLst>
                <a:path w="74175" h="110680">
                  <a:moveTo>
                    <a:pt x="9668" y="40005"/>
                  </a:moveTo>
                  <a:cubicBezTo>
                    <a:pt x="15002" y="40005"/>
                    <a:pt x="19002" y="36005"/>
                    <a:pt x="19002" y="30670"/>
                  </a:cubicBezTo>
                  <a:cubicBezTo>
                    <a:pt x="19002" y="24670"/>
                    <a:pt x="15835" y="21503"/>
                    <a:pt x="9668" y="21336"/>
                  </a:cubicBezTo>
                  <a:cubicBezTo>
                    <a:pt x="13335" y="13502"/>
                    <a:pt x="21669" y="7168"/>
                    <a:pt x="32504" y="7168"/>
                  </a:cubicBezTo>
                  <a:cubicBezTo>
                    <a:pt x="47173" y="7168"/>
                    <a:pt x="56840" y="18169"/>
                    <a:pt x="56840" y="32837"/>
                  </a:cubicBezTo>
                  <a:cubicBezTo>
                    <a:pt x="56840" y="40838"/>
                    <a:pt x="54007" y="48506"/>
                    <a:pt x="48173" y="56007"/>
                  </a:cubicBezTo>
                  <a:cubicBezTo>
                    <a:pt x="45339" y="59841"/>
                    <a:pt x="43172" y="62508"/>
                    <a:pt x="41672" y="64008"/>
                  </a:cubicBezTo>
                  <a:lnTo>
                    <a:pt x="2167" y="103180"/>
                  </a:lnTo>
                  <a:cubicBezTo>
                    <a:pt x="0" y="105180"/>
                    <a:pt x="333" y="105680"/>
                    <a:pt x="333" y="110681"/>
                  </a:cubicBezTo>
                  <a:lnTo>
                    <a:pt x="69009" y="110681"/>
                  </a:lnTo>
                  <a:lnTo>
                    <a:pt x="74176" y="79343"/>
                  </a:lnTo>
                  <a:lnTo>
                    <a:pt x="67175" y="79343"/>
                  </a:lnTo>
                  <a:cubicBezTo>
                    <a:pt x="66008" y="88178"/>
                    <a:pt x="64675" y="93345"/>
                    <a:pt x="63175" y="94512"/>
                  </a:cubicBezTo>
                  <a:cubicBezTo>
                    <a:pt x="62341" y="95012"/>
                    <a:pt x="57174" y="95345"/>
                    <a:pt x="47339" y="95345"/>
                  </a:cubicBezTo>
                  <a:lnTo>
                    <a:pt x="19002" y="95345"/>
                  </a:lnTo>
                  <a:cubicBezTo>
                    <a:pt x="30170" y="85511"/>
                    <a:pt x="40505" y="76676"/>
                    <a:pt x="50340" y="68842"/>
                  </a:cubicBezTo>
                  <a:cubicBezTo>
                    <a:pt x="57841" y="63008"/>
                    <a:pt x="63175" y="57841"/>
                    <a:pt x="66508" y="53340"/>
                  </a:cubicBezTo>
                  <a:cubicBezTo>
                    <a:pt x="71509" y="46839"/>
                    <a:pt x="74009" y="40005"/>
                    <a:pt x="74009" y="32837"/>
                  </a:cubicBezTo>
                  <a:cubicBezTo>
                    <a:pt x="74009" y="22503"/>
                    <a:pt x="70009" y="14335"/>
                    <a:pt x="61841" y="8334"/>
                  </a:cubicBezTo>
                  <a:cubicBezTo>
                    <a:pt x="54674" y="2834"/>
                    <a:pt x="45672" y="0"/>
                    <a:pt x="35004" y="0"/>
                  </a:cubicBezTo>
                  <a:cubicBezTo>
                    <a:pt x="25837" y="0"/>
                    <a:pt x="18002" y="2667"/>
                    <a:pt x="11168" y="8001"/>
                  </a:cubicBezTo>
                  <a:cubicBezTo>
                    <a:pt x="4001" y="13835"/>
                    <a:pt x="333" y="21169"/>
                    <a:pt x="333" y="30170"/>
                  </a:cubicBezTo>
                  <a:cubicBezTo>
                    <a:pt x="333" y="35838"/>
                    <a:pt x="4501" y="40005"/>
                    <a:pt x="9668" y="4000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20" name="MathGlyph 220"/>
            <p:cNvSpPr/>
            <p:nvPr/>
          </p:nvSpPr>
          <p:spPr>
            <a:xfrm>
              <a:off x="4108256" y="976979"/>
              <a:ext cx="158591" cy="158591"/>
            </a:xfrm>
            <a:custGeom>
              <a:avLst/>
              <a:gdLst/>
              <a:ahLst/>
              <a:cxnLst/>
              <a:rect l="l" t="t" r="r" b="b"/>
              <a:pathLst>
                <a:path w="158591" h="158591">
                  <a:moveTo>
                    <a:pt x="152876" y="73581"/>
                  </a:moveTo>
                  <a:lnTo>
                    <a:pt x="85011" y="73581"/>
                  </a:lnTo>
                  <a:lnTo>
                    <a:pt x="85011" y="5715"/>
                  </a:lnTo>
                  <a:cubicBezTo>
                    <a:pt x="85011" y="1905"/>
                    <a:pt x="83106" y="0"/>
                    <a:pt x="79296" y="0"/>
                  </a:cubicBezTo>
                  <a:cubicBezTo>
                    <a:pt x="75486" y="0"/>
                    <a:pt x="73581" y="1905"/>
                    <a:pt x="73581" y="5715"/>
                  </a:cubicBezTo>
                  <a:lnTo>
                    <a:pt x="73581" y="73581"/>
                  </a:lnTo>
                  <a:lnTo>
                    <a:pt x="5715" y="73581"/>
                  </a:lnTo>
                  <a:cubicBezTo>
                    <a:pt x="1905" y="73581"/>
                    <a:pt x="0" y="75486"/>
                    <a:pt x="0" y="79296"/>
                  </a:cubicBezTo>
                  <a:cubicBezTo>
                    <a:pt x="0" y="83106"/>
                    <a:pt x="1905" y="85011"/>
                    <a:pt x="5715" y="85011"/>
                  </a:cubicBezTo>
                  <a:lnTo>
                    <a:pt x="73581" y="85011"/>
                  </a:lnTo>
                  <a:lnTo>
                    <a:pt x="73581" y="152876"/>
                  </a:lnTo>
                  <a:cubicBezTo>
                    <a:pt x="73581" y="156686"/>
                    <a:pt x="75486" y="158591"/>
                    <a:pt x="79296" y="158591"/>
                  </a:cubicBezTo>
                  <a:cubicBezTo>
                    <a:pt x="83106" y="158591"/>
                    <a:pt x="85011" y="156686"/>
                    <a:pt x="85011" y="152876"/>
                  </a:cubicBezTo>
                  <a:lnTo>
                    <a:pt x="85011" y="85011"/>
                  </a:lnTo>
                  <a:lnTo>
                    <a:pt x="152876" y="85011"/>
                  </a:lnTo>
                  <a:cubicBezTo>
                    <a:pt x="156686" y="85011"/>
                    <a:pt x="158591" y="83106"/>
                    <a:pt x="158591" y="79296"/>
                  </a:cubicBezTo>
                  <a:cubicBezTo>
                    <a:pt x="158591" y="76200"/>
                    <a:pt x="155972" y="73581"/>
                    <a:pt x="152876" y="7358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21" name="MathGlyph 221"/>
            <p:cNvSpPr/>
            <p:nvPr/>
          </p:nvSpPr>
          <p:spPr>
            <a:xfrm>
              <a:off x="4344762" y="957214"/>
              <a:ext cx="95488" cy="158591"/>
            </a:xfrm>
            <a:custGeom>
              <a:avLst/>
              <a:gdLst/>
              <a:ahLst/>
              <a:cxnLst/>
              <a:rect l="l" t="t" r="r" b="b"/>
              <a:pathLst>
                <a:path w="95488" h="158591">
                  <a:moveTo>
                    <a:pt x="44767" y="0"/>
                  </a:moveTo>
                  <a:cubicBezTo>
                    <a:pt x="32623" y="0"/>
                    <a:pt x="22384" y="4286"/>
                    <a:pt x="13573" y="12859"/>
                  </a:cubicBezTo>
                  <a:cubicBezTo>
                    <a:pt x="4762" y="21431"/>
                    <a:pt x="238" y="31433"/>
                    <a:pt x="238" y="43577"/>
                  </a:cubicBezTo>
                  <a:cubicBezTo>
                    <a:pt x="238" y="51673"/>
                    <a:pt x="6191" y="57626"/>
                    <a:pt x="13573" y="57626"/>
                  </a:cubicBezTo>
                  <a:cubicBezTo>
                    <a:pt x="20717" y="57626"/>
                    <a:pt x="26670" y="51435"/>
                    <a:pt x="26670" y="44291"/>
                  </a:cubicBezTo>
                  <a:cubicBezTo>
                    <a:pt x="26670" y="36433"/>
                    <a:pt x="20955" y="30956"/>
                    <a:pt x="13335" y="30956"/>
                  </a:cubicBezTo>
                  <a:cubicBezTo>
                    <a:pt x="12621" y="30956"/>
                    <a:pt x="12144" y="30956"/>
                    <a:pt x="11668" y="31194"/>
                  </a:cubicBezTo>
                  <a:cubicBezTo>
                    <a:pt x="16192" y="19526"/>
                    <a:pt x="26670" y="9287"/>
                    <a:pt x="41672" y="9287"/>
                  </a:cubicBezTo>
                  <a:cubicBezTo>
                    <a:pt x="61198" y="9287"/>
                    <a:pt x="72152" y="26194"/>
                    <a:pt x="72152" y="46673"/>
                  </a:cubicBezTo>
                  <a:cubicBezTo>
                    <a:pt x="72152" y="62627"/>
                    <a:pt x="64056" y="79772"/>
                    <a:pt x="47863" y="97869"/>
                  </a:cubicBezTo>
                  <a:lnTo>
                    <a:pt x="3096" y="148352"/>
                  </a:lnTo>
                  <a:cubicBezTo>
                    <a:pt x="0" y="151924"/>
                    <a:pt x="238" y="151686"/>
                    <a:pt x="238" y="158591"/>
                  </a:cubicBezTo>
                  <a:lnTo>
                    <a:pt x="88582" y="158591"/>
                  </a:lnTo>
                  <a:lnTo>
                    <a:pt x="95488" y="115729"/>
                  </a:lnTo>
                  <a:lnTo>
                    <a:pt x="87630" y="115729"/>
                  </a:lnTo>
                  <a:cubicBezTo>
                    <a:pt x="85725" y="127873"/>
                    <a:pt x="84058" y="134779"/>
                    <a:pt x="82629" y="136922"/>
                  </a:cubicBezTo>
                  <a:cubicBezTo>
                    <a:pt x="81439" y="138112"/>
                    <a:pt x="74295" y="138589"/>
                    <a:pt x="61198" y="138589"/>
                  </a:cubicBezTo>
                  <a:lnTo>
                    <a:pt x="21431" y="138589"/>
                  </a:lnTo>
                  <a:lnTo>
                    <a:pt x="44529" y="115967"/>
                  </a:lnTo>
                  <a:cubicBezTo>
                    <a:pt x="60722" y="100727"/>
                    <a:pt x="81201" y="84296"/>
                    <a:pt x="88106" y="71676"/>
                  </a:cubicBezTo>
                  <a:cubicBezTo>
                    <a:pt x="92869" y="63341"/>
                    <a:pt x="95250" y="55007"/>
                    <a:pt x="95250" y="46673"/>
                  </a:cubicBezTo>
                  <a:cubicBezTo>
                    <a:pt x="95250" y="18574"/>
                    <a:pt x="73342" y="0"/>
                    <a:pt x="44767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22" name="MathGlyph 222"/>
            <p:cNvSpPr/>
            <p:nvPr/>
          </p:nvSpPr>
          <p:spPr>
            <a:xfrm>
              <a:off x="4459062" y="1010554"/>
              <a:ext cx="118586" cy="107870"/>
            </a:xfrm>
            <a:custGeom>
              <a:avLst/>
              <a:gdLst/>
              <a:ahLst/>
              <a:cxnLst/>
              <a:rect l="l" t="t" r="r" b="b"/>
              <a:pathLst>
                <a:path w="118586" h="107870">
                  <a:moveTo>
                    <a:pt x="118586" y="16431"/>
                  </a:moveTo>
                  <a:cubicBezTo>
                    <a:pt x="118586" y="5477"/>
                    <a:pt x="107871" y="0"/>
                    <a:pt x="95964" y="0"/>
                  </a:cubicBezTo>
                  <a:cubicBezTo>
                    <a:pt x="85725" y="0"/>
                    <a:pt x="77629" y="5477"/>
                    <a:pt x="71438" y="16431"/>
                  </a:cubicBezTo>
                  <a:cubicBezTo>
                    <a:pt x="66437" y="5477"/>
                    <a:pt x="58102" y="0"/>
                    <a:pt x="45958" y="0"/>
                  </a:cubicBezTo>
                  <a:cubicBezTo>
                    <a:pt x="34290" y="0"/>
                    <a:pt x="24765" y="5477"/>
                    <a:pt x="17145" y="16193"/>
                  </a:cubicBezTo>
                  <a:cubicBezTo>
                    <a:pt x="10716" y="25479"/>
                    <a:pt x="7382" y="32385"/>
                    <a:pt x="7382" y="36909"/>
                  </a:cubicBezTo>
                  <a:cubicBezTo>
                    <a:pt x="7382" y="39052"/>
                    <a:pt x="8572" y="40243"/>
                    <a:pt x="10954" y="40243"/>
                  </a:cubicBezTo>
                  <a:cubicBezTo>
                    <a:pt x="13097" y="40243"/>
                    <a:pt x="14526" y="39052"/>
                    <a:pt x="15002" y="36909"/>
                  </a:cubicBezTo>
                  <a:cubicBezTo>
                    <a:pt x="19526" y="23098"/>
                    <a:pt x="29527" y="6906"/>
                    <a:pt x="45482" y="6906"/>
                  </a:cubicBezTo>
                  <a:cubicBezTo>
                    <a:pt x="53340" y="6906"/>
                    <a:pt x="57150" y="11906"/>
                    <a:pt x="57150" y="21669"/>
                  </a:cubicBezTo>
                  <a:cubicBezTo>
                    <a:pt x="57150" y="26670"/>
                    <a:pt x="52864" y="45244"/>
                    <a:pt x="44529" y="77152"/>
                  </a:cubicBezTo>
                  <a:cubicBezTo>
                    <a:pt x="40481" y="93107"/>
                    <a:pt x="33338" y="100965"/>
                    <a:pt x="23098" y="100965"/>
                  </a:cubicBezTo>
                  <a:cubicBezTo>
                    <a:pt x="19764" y="100965"/>
                    <a:pt x="16669" y="100251"/>
                    <a:pt x="14049" y="99060"/>
                  </a:cubicBezTo>
                  <a:cubicBezTo>
                    <a:pt x="20241" y="96679"/>
                    <a:pt x="23336" y="92393"/>
                    <a:pt x="23336" y="86201"/>
                  </a:cubicBezTo>
                  <a:cubicBezTo>
                    <a:pt x="23336" y="80010"/>
                    <a:pt x="20241" y="76914"/>
                    <a:pt x="13811" y="76914"/>
                  </a:cubicBezTo>
                  <a:cubicBezTo>
                    <a:pt x="5953" y="76914"/>
                    <a:pt x="0" y="83582"/>
                    <a:pt x="0" y="91440"/>
                  </a:cubicBezTo>
                  <a:cubicBezTo>
                    <a:pt x="0" y="102394"/>
                    <a:pt x="11192" y="107871"/>
                    <a:pt x="22860" y="107871"/>
                  </a:cubicBezTo>
                  <a:cubicBezTo>
                    <a:pt x="32861" y="107871"/>
                    <a:pt x="40957" y="102394"/>
                    <a:pt x="47387" y="91440"/>
                  </a:cubicBezTo>
                  <a:cubicBezTo>
                    <a:pt x="51911" y="102394"/>
                    <a:pt x="60484" y="107871"/>
                    <a:pt x="72866" y="107871"/>
                  </a:cubicBezTo>
                  <a:cubicBezTo>
                    <a:pt x="84296" y="107871"/>
                    <a:pt x="93821" y="102394"/>
                    <a:pt x="101441" y="91678"/>
                  </a:cubicBezTo>
                  <a:cubicBezTo>
                    <a:pt x="107871" y="82391"/>
                    <a:pt x="111204" y="75486"/>
                    <a:pt x="111204" y="70961"/>
                  </a:cubicBezTo>
                  <a:cubicBezTo>
                    <a:pt x="111204" y="68818"/>
                    <a:pt x="110014" y="67627"/>
                    <a:pt x="107632" y="67627"/>
                  </a:cubicBezTo>
                  <a:cubicBezTo>
                    <a:pt x="105489" y="67627"/>
                    <a:pt x="104299" y="68818"/>
                    <a:pt x="103584" y="70961"/>
                  </a:cubicBezTo>
                  <a:cubicBezTo>
                    <a:pt x="99536" y="84534"/>
                    <a:pt x="88821" y="100965"/>
                    <a:pt x="73342" y="100965"/>
                  </a:cubicBezTo>
                  <a:cubicBezTo>
                    <a:pt x="65484" y="100965"/>
                    <a:pt x="61436" y="96202"/>
                    <a:pt x="61436" y="86439"/>
                  </a:cubicBezTo>
                  <a:cubicBezTo>
                    <a:pt x="61436" y="83344"/>
                    <a:pt x="62627" y="76676"/>
                    <a:pt x="65246" y="65961"/>
                  </a:cubicBezTo>
                  <a:lnTo>
                    <a:pt x="73342" y="33814"/>
                  </a:lnTo>
                  <a:cubicBezTo>
                    <a:pt x="77867" y="15954"/>
                    <a:pt x="85249" y="6906"/>
                    <a:pt x="95726" y="6906"/>
                  </a:cubicBezTo>
                  <a:cubicBezTo>
                    <a:pt x="99060" y="6906"/>
                    <a:pt x="102156" y="7620"/>
                    <a:pt x="104775" y="8811"/>
                  </a:cubicBezTo>
                  <a:cubicBezTo>
                    <a:pt x="98346" y="10954"/>
                    <a:pt x="95250" y="15240"/>
                    <a:pt x="95250" y="21669"/>
                  </a:cubicBezTo>
                  <a:cubicBezTo>
                    <a:pt x="95250" y="27861"/>
                    <a:pt x="98584" y="30956"/>
                    <a:pt x="105013" y="30956"/>
                  </a:cubicBezTo>
                  <a:cubicBezTo>
                    <a:pt x="112633" y="30956"/>
                    <a:pt x="118586" y="24051"/>
                    <a:pt x="118586" y="1643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23" name="MathGlyph 223"/>
            <p:cNvSpPr/>
            <p:nvPr/>
          </p:nvSpPr>
          <p:spPr>
            <a:xfrm>
              <a:off x="4654619" y="976979"/>
              <a:ext cx="158591" cy="158591"/>
            </a:xfrm>
            <a:custGeom>
              <a:avLst/>
              <a:gdLst/>
              <a:ahLst/>
              <a:cxnLst/>
              <a:rect l="l" t="t" r="r" b="b"/>
              <a:pathLst>
                <a:path w="158591" h="158591">
                  <a:moveTo>
                    <a:pt x="152876" y="73581"/>
                  </a:moveTo>
                  <a:lnTo>
                    <a:pt x="85011" y="73581"/>
                  </a:lnTo>
                  <a:lnTo>
                    <a:pt x="85011" y="5715"/>
                  </a:lnTo>
                  <a:cubicBezTo>
                    <a:pt x="85011" y="1905"/>
                    <a:pt x="83106" y="0"/>
                    <a:pt x="79296" y="0"/>
                  </a:cubicBezTo>
                  <a:cubicBezTo>
                    <a:pt x="75486" y="0"/>
                    <a:pt x="73581" y="1905"/>
                    <a:pt x="73581" y="5715"/>
                  </a:cubicBezTo>
                  <a:lnTo>
                    <a:pt x="73581" y="73581"/>
                  </a:lnTo>
                  <a:lnTo>
                    <a:pt x="5715" y="73581"/>
                  </a:lnTo>
                  <a:cubicBezTo>
                    <a:pt x="1905" y="73581"/>
                    <a:pt x="0" y="75486"/>
                    <a:pt x="0" y="79296"/>
                  </a:cubicBezTo>
                  <a:cubicBezTo>
                    <a:pt x="0" y="83106"/>
                    <a:pt x="1905" y="85011"/>
                    <a:pt x="5715" y="85011"/>
                  </a:cubicBezTo>
                  <a:lnTo>
                    <a:pt x="73581" y="85011"/>
                  </a:lnTo>
                  <a:lnTo>
                    <a:pt x="73581" y="152876"/>
                  </a:lnTo>
                  <a:cubicBezTo>
                    <a:pt x="73581" y="156686"/>
                    <a:pt x="75486" y="158591"/>
                    <a:pt x="79296" y="158591"/>
                  </a:cubicBezTo>
                  <a:cubicBezTo>
                    <a:pt x="83106" y="158591"/>
                    <a:pt x="85011" y="156686"/>
                    <a:pt x="85011" y="152876"/>
                  </a:cubicBezTo>
                  <a:lnTo>
                    <a:pt x="85011" y="85011"/>
                  </a:lnTo>
                  <a:lnTo>
                    <a:pt x="152876" y="85011"/>
                  </a:lnTo>
                  <a:cubicBezTo>
                    <a:pt x="156686" y="85011"/>
                    <a:pt x="158591" y="83106"/>
                    <a:pt x="158591" y="79296"/>
                  </a:cubicBezTo>
                  <a:cubicBezTo>
                    <a:pt x="158591" y="76200"/>
                    <a:pt x="155972" y="73581"/>
                    <a:pt x="152876" y="7358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24" name="MathGlyph 224"/>
            <p:cNvSpPr/>
            <p:nvPr/>
          </p:nvSpPr>
          <p:spPr>
            <a:xfrm>
              <a:off x="4900660" y="957214"/>
              <a:ext cx="78581" cy="158591"/>
            </a:xfrm>
            <a:custGeom>
              <a:avLst/>
              <a:gdLst/>
              <a:ahLst/>
              <a:cxnLst/>
              <a:rect l="l" t="t" r="r" b="b"/>
              <a:pathLst>
                <a:path w="78581" h="158591">
                  <a:moveTo>
                    <a:pt x="42862" y="0"/>
                  </a:moveTo>
                  <a:cubicBezTo>
                    <a:pt x="33099" y="10001"/>
                    <a:pt x="18812" y="15002"/>
                    <a:pt x="0" y="15002"/>
                  </a:cubicBezTo>
                  <a:lnTo>
                    <a:pt x="0" y="24289"/>
                  </a:lnTo>
                  <a:cubicBezTo>
                    <a:pt x="12382" y="24289"/>
                    <a:pt x="22622" y="22384"/>
                    <a:pt x="30480" y="18574"/>
                  </a:cubicBezTo>
                  <a:lnTo>
                    <a:pt x="30480" y="139065"/>
                  </a:lnTo>
                  <a:cubicBezTo>
                    <a:pt x="30480" y="143351"/>
                    <a:pt x="29528" y="146209"/>
                    <a:pt x="27384" y="147399"/>
                  </a:cubicBezTo>
                  <a:cubicBezTo>
                    <a:pt x="25241" y="148590"/>
                    <a:pt x="19288" y="149304"/>
                    <a:pt x="9763" y="149304"/>
                  </a:cubicBezTo>
                  <a:lnTo>
                    <a:pt x="1429" y="149304"/>
                  </a:lnTo>
                  <a:lnTo>
                    <a:pt x="1429" y="158591"/>
                  </a:lnTo>
                  <a:cubicBezTo>
                    <a:pt x="7382" y="158115"/>
                    <a:pt x="20241" y="157877"/>
                    <a:pt x="40005" y="157877"/>
                  </a:cubicBezTo>
                  <a:cubicBezTo>
                    <a:pt x="59769" y="157877"/>
                    <a:pt x="72628" y="158115"/>
                    <a:pt x="78581" y="158591"/>
                  </a:cubicBezTo>
                  <a:lnTo>
                    <a:pt x="78581" y="149304"/>
                  </a:lnTo>
                  <a:lnTo>
                    <a:pt x="70247" y="149304"/>
                  </a:lnTo>
                  <a:cubicBezTo>
                    <a:pt x="60484" y="149304"/>
                    <a:pt x="54531" y="148590"/>
                    <a:pt x="52626" y="147399"/>
                  </a:cubicBezTo>
                  <a:cubicBezTo>
                    <a:pt x="50721" y="146209"/>
                    <a:pt x="49530" y="143351"/>
                    <a:pt x="49530" y="139065"/>
                  </a:cubicBezTo>
                  <a:lnTo>
                    <a:pt x="49530" y="7144"/>
                  </a:lnTo>
                  <a:cubicBezTo>
                    <a:pt x="49530" y="1429"/>
                    <a:pt x="49054" y="0"/>
                    <a:pt x="4286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25" name="MathGlyph 225"/>
            <p:cNvSpPr/>
            <p:nvPr/>
          </p:nvSpPr>
          <p:spPr>
            <a:xfrm>
              <a:off x="3559540" y="1439370"/>
              <a:ext cx="158591" cy="55721"/>
            </a:xfrm>
            <a:custGeom>
              <a:avLst/>
              <a:gdLst/>
              <a:ahLst/>
              <a:cxnLst/>
              <a:rect l="l" t="t" r="r" b="b"/>
              <a:pathLst>
                <a:path w="158591" h="55721">
                  <a:moveTo>
                    <a:pt x="152876" y="0"/>
                  </a:moveTo>
                  <a:lnTo>
                    <a:pt x="5715" y="0"/>
                  </a:lnTo>
                  <a:cubicBezTo>
                    <a:pt x="1905" y="0"/>
                    <a:pt x="0" y="1905"/>
                    <a:pt x="0" y="5477"/>
                  </a:cubicBezTo>
                  <a:cubicBezTo>
                    <a:pt x="0" y="9049"/>
                    <a:pt x="1905" y="10954"/>
                    <a:pt x="5715" y="10954"/>
                  </a:cubicBezTo>
                  <a:lnTo>
                    <a:pt x="152876" y="10954"/>
                  </a:lnTo>
                  <a:cubicBezTo>
                    <a:pt x="156686" y="10954"/>
                    <a:pt x="158591" y="9049"/>
                    <a:pt x="158591" y="5477"/>
                  </a:cubicBezTo>
                  <a:cubicBezTo>
                    <a:pt x="158591" y="2619"/>
                    <a:pt x="155972" y="0"/>
                    <a:pt x="152876" y="0"/>
                  </a:cubicBezTo>
                  <a:close/>
                  <a:moveTo>
                    <a:pt x="152876" y="44768"/>
                  </a:moveTo>
                  <a:lnTo>
                    <a:pt x="5715" y="44768"/>
                  </a:lnTo>
                  <a:cubicBezTo>
                    <a:pt x="1905" y="44768"/>
                    <a:pt x="0" y="46673"/>
                    <a:pt x="0" y="50244"/>
                  </a:cubicBezTo>
                  <a:cubicBezTo>
                    <a:pt x="0" y="53816"/>
                    <a:pt x="1905" y="55721"/>
                    <a:pt x="5715" y="55721"/>
                  </a:cubicBezTo>
                  <a:lnTo>
                    <a:pt x="152876" y="55721"/>
                  </a:lnTo>
                  <a:cubicBezTo>
                    <a:pt x="156686" y="55721"/>
                    <a:pt x="158591" y="53816"/>
                    <a:pt x="158591" y="50244"/>
                  </a:cubicBezTo>
                  <a:cubicBezTo>
                    <a:pt x="158591" y="47149"/>
                    <a:pt x="155972" y="44768"/>
                    <a:pt x="152876" y="44768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0" y="0"/>
            <a:ext cx="3007124" cy="19050"/>
          </a:xfrm>
          <a:custGeom>
            <a:avLst/>
            <a:gdLst/>
            <a:ahLst/>
            <a:cxnLst/>
            <a:rect l="l" t="t" r="r" b="b"/>
            <a:pathLst>
              <a:path w="3007124" h="19050">
                <a:moveTo>
                  <a:pt x="0" y="0"/>
                </a:moveTo>
                <a:lnTo>
                  <a:pt x="0" y="19050"/>
                </a:lnTo>
                <a:lnTo>
                  <a:pt x="3007125" y="19050"/>
                </a:lnTo>
                <a:lnTo>
                  <a:pt x="3007125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3007128" y="0"/>
            <a:ext cx="5011874" cy="19050"/>
          </a:xfrm>
          <a:custGeom>
            <a:avLst/>
            <a:gdLst/>
            <a:ahLst/>
            <a:cxnLst/>
            <a:rect l="l" t="t" r="r" b="b"/>
            <a:pathLst>
              <a:path w="5011874" h="19050">
                <a:moveTo>
                  <a:pt x="0" y="0"/>
                </a:moveTo>
                <a:lnTo>
                  <a:pt x="0" y="19050"/>
                </a:lnTo>
                <a:lnTo>
                  <a:pt x="5011875" y="19050"/>
                </a:lnTo>
                <a:lnTo>
                  <a:pt x="5011875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2" name="Freeform 102"/>
          <p:cNvSpPr/>
          <p:nvPr/>
        </p:nvSpPr>
        <p:spPr>
          <a:xfrm>
            <a:off x="0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3" name="Freeform 103"/>
          <p:cNvSpPr/>
          <p:nvPr/>
        </p:nvSpPr>
        <p:spPr>
          <a:xfrm>
            <a:off x="2004745" y="4367812"/>
            <a:ext cx="4009500" cy="142875"/>
          </a:xfrm>
          <a:custGeom>
            <a:avLst/>
            <a:gdLst/>
            <a:ahLst/>
            <a:cxnLst/>
            <a:rect l="l" t="t" r="r" b="b"/>
            <a:pathLst>
              <a:path w="4009500" h="142875">
                <a:moveTo>
                  <a:pt x="0" y="0"/>
                </a:moveTo>
                <a:lnTo>
                  <a:pt x="0" y="142875"/>
                </a:lnTo>
                <a:lnTo>
                  <a:pt x="4009500" y="142875"/>
                </a:lnTo>
                <a:lnTo>
                  <a:pt x="4009500" y="0"/>
                </a:lnTo>
                <a:close/>
              </a:path>
            </a:pathLst>
          </a:custGeom>
          <a:solidFill>
            <a:srgbClr val="176B87"/>
          </a:solidFill>
        </p:spPr>
      </p:sp>
      <p:sp>
        <p:nvSpPr>
          <p:cNvPr id="104" name="Freeform 104"/>
          <p:cNvSpPr/>
          <p:nvPr/>
        </p:nvSpPr>
        <p:spPr>
          <a:xfrm>
            <a:off x="6014246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5" name="TextBox 104"/>
          <p:cNvSpPr txBox="1"/>
          <p:nvPr/>
        </p:nvSpPr>
        <p:spPr>
          <a:xfrm>
            <a:off x="119062" y="57588"/>
            <a:ext cx="3864208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32">
                <a:solidFill>
                  <a:srgbClr val="04364A"/>
                </a:solidFill>
                <a:latin typeface="Arial"/>
              </a:rPr>
              <a:t>1.4</a:t>
            </a:r>
            <a:r>
              <a:rPr b="1" i="0" sz="2232">
                <a:solidFill>
                  <a:srgbClr val="04364A"/>
                </a:solidFill>
                <a:latin typeface="Arial"/>
              </a:rPr>
              <a:t> Math Equation Animation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22101" y="76285"/>
            <a:ext cx="1677839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A7B9C0"/>
                </a:solidFill>
                <a:latin typeface="Arial"/>
              </a:rPr>
              <a:t>1.</a:t>
            </a:r>
            <a:r>
              <a:rPr b="0" i="0" sz="1860">
                <a:solidFill>
                  <a:srgbClr val="A7B9C0"/>
                </a:solidFill>
                <a:latin typeface="Arial"/>
              </a:rPr>
              <a:t> Animation</a:t>
            </a:r>
            <a:r>
              <a:rPr b="0" i="0" sz="1874">
                <a:solidFill>
                  <a:srgbClr val="A7B9C0"/>
                </a:solidFill>
                <a:latin typeface="Consolas"/>
              </a:rPr>
              <a:t> 🏫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6250" y="443960"/>
            <a:ext cx="207102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Equation with </a:t>
            </a:r>
            <a:r>
              <a:rPr b="0" i="0" sz="1500">
                <a:solidFill>
                  <a:srgbClr val="000000"/>
                </a:solidFill>
                <a:latin typeface="Consolas"/>
              </a:rPr>
              <a:t>pause</a:t>
            </a:r>
            <a:r>
              <a:rPr b="0" i="0" sz="1860">
                <a:solidFill>
                  <a:srgbClr val="000000"/>
                </a:solidFill>
                <a:latin typeface="Arial"/>
              </a:rPr>
              <a:t>: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6250" y="1845230"/>
            <a:ext cx="3919766" cy="68056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Here, we have the expression of 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𝑓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(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𝑥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)</a:t>
            </a:r>
            <a:r>
              <a:rPr b="0" i="0" sz="1860">
                <a:solidFill>
                  <a:srgbClr val="000000"/>
                </a:solidFill>
                <a:latin typeface="Arial"/>
              </a:rPr>
              <a:t>.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By factorizing, we can obtain this result.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44638" y="4394996"/>
            <a:ext cx="31546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Authors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919242" y="4394996"/>
            <a:ext cx="18050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744">
                <a:solidFill>
                  <a:srgbClr val="FFFFFF"/>
                </a:solidFill>
                <a:latin typeface="Arial"/>
              </a:rPr>
              <a:t>Title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81505" y="4394996"/>
            <a:ext cx="4187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2026-04-15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40479" y="4394996"/>
            <a:ext cx="21125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744">
                <a:solidFill>
                  <a:srgbClr val="FFFFFF"/>
                </a:solidFill>
                <a:latin typeface="Arial"/>
              </a:rPr>
              <a:t>6 / </a:t>
            </a:r>
            <a:r>
              <a:rPr b="0" i="0" sz="744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grpSp>
        <p:nvGrpSpPr>
          <p:cNvPr id="328" name="MathFormula 328"/>
          <p:cNvGrpSpPr/>
          <p:nvPr/>
        </p:nvGrpSpPr>
        <p:grpSpPr>
          <a:xfrm>
            <a:off x="3033102" y="918686"/>
            <a:ext cx="1946139" cy="667130"/>
            <a:chOff x="3033102" y="918686"/>
            <a:chExt cx="1946139" cy="667130"/>
          </a:xfrm>
        </p:grpSpPr>
        <p:sp>
          <p:nvSpPr>
            <p:cNvPr id="213" name="MathGlyph 213"/>
            <p:cNvSpPr/>
            <p:nvPr/>
          </p:nvSpPr>
          <p:spPr>
            <a:xfrm>
              <a:off x="3033102" y="947927"/>
              <a:ext cx="118824" cy="216693"/>
            </a:xfrm>
            <a:custGeom>
              <a:avLst/>
              <a:gdLst/>
              <a:ahLst/>
              <a:cxnLst/>
              <a:rect l="l" t="t" r="r" b="b"/>
              <a:pathLst>
                <a:path w="118824" h="216693">
                  <a:moveTo>
                    <a:pt x="118824" y="17145"/>
                  </a:moveTo>
                  <a:cubicBezTo>
                    <a:pt x="118824" y="6668"/>
                    <a:pt x="108585" y="0"/>
                    <a:pt x="97393" y="0"/>
                  </a:cubicBezTo>
                  <a:cubicBezTo>
                    <a:pt x="82629" y="0"/>
                    <a:pt x="72390" y="9525"/>
                    <a:pt x="66913" y="28337"/>
                  </a:cubicBezTo>
                  <a:cubicBezTo>
                    <a:pt x="65723" y="32623"/>
                    <a:pt x="63103" y="44768"/>
                    <a:pt x="59293" y="64770"/>
                  </a:cubicBezTo>
                  <a:lnTo>
                    <a:pt x="43815" y="64770"/>
                  </a:lnTo>
                  <a:cubicBezTo>
                    <a:pt x="38576" y="64770"/>
                    <a:pt x="35957" y="65008"/>
                    <a:pt x="35957" y="70009"/>
                  </a:cubicBezTo>
                  <a:cubicBezTo>
                    <a:pt x="35957" y="72628"/>
                    <a:pt x="38338" y="73819"/>
                    <a:pt x="43339" y="73819"/>
                  </a:cubicBezTo>
                  <a:lnTo>
                    <a:pt x="57626" y="73819"/>
                  </a:lnTo>
                  <a:lnTo>
                    <a:pt x="40243" y="165973"/>
                  </a:lnTo>
                  <a:cubicBezTo>
                    <a:pt x="37624" y="179546"/>
                    <a:pt x="35242" y="189548"/>
                    <a:pt x="33099" y="196215"/>
                  </a:cubicBezTo>
                  <a:cubicBezTo>
                    <a:pt x="30242" y="205026"/>
                    <a:pt x="26194" y="209550"/>
                    <a:pt x="20955" y="209550"/>
                  </a:cubicBezTo>
                  <a:cubicBezTo>
                    <a:pt x="17383" y="209550"/>
                    <a:pt x="14526" y="208598"/>
                    <a:pt x="11906" y="206931"/>
                  </a:cubicBezTo>
                  <a:cubicBezTo>
                    <a:pt x="19526" y="205740"/>
                    <a:pt x="23336" y="201216"/>
                    <a:pt x="23336" y="193596"/>
                  </a:cubicBezTo>
                  <a:cubicBezTo>
                    <a:pt x="23336" y="187404"/>
                    <a:pt x="20241" y="184309"/>
                    <a:pt x="13811" y="184309"/>
                  </a:cubicBezTo>
                  <a:cubicBezTo>
                    <a:pt x="5715" y="184309"/>
                    <a:pt x="0" y="191452"/>
                    <a:pt x="0" y="199549"/>
                  </a:cubicBezTo>
                  <a:cubicBezTo>
                    <a:pt x="0" y="210026"/>
                    <a:pt x="9763" y="216694"/>
                    <a:pt x="20955" y="216694"/>
                  </a:cubicBezTo>
                  <a:cubicBezTo>
                    <a:pt x="26908" y="216694"/>
                    <a:pt x="32385" y="214312"/>
                    <a:pt x="36909" y="209312"/>
                  </a:cubicBezTo>
                  <a:cubicBezTo>
                    <a:pt x="44529" y="201454"/>
                    <a:pt x="50483" y="190262"/>
                    <a:pt x="54769" y="175260"/>
                  </a:cubicBezTo>
                  <a:cubicBezTo>
                    <a:pt x="57388" y="165973"/>
                    <a:pt x="59769" y="156924"/>
                    <a:pt x="61436" y="147876"/>
                  </a:cubicBezTo>
                  <a:lnTo>
                    <a:pt x="75248" y="73819"/>
                  </a:lnTo>
                  <a:lnTo>
                    <a:pt x="94774" y="73819"/>
                  </a:lnTo>
                  <a:cubicBezTo>
                    <a:pt x="100251" y="73819"/>
                    <a:pt x="102632" y="73581"/>
                    <a:pt x="102632" y="68104"/>
                  </a:cubicBezTo>
                  <a:cubicBezTo>
                    <a:pt x="102632" y="65961"/>
                    <a:pt x="100251" y="64770"/>
                    <a:pt x="95488" y="64770"/>
                  </a:cubicBezTo>
                  <a:lnTo>
                    <a:pt x="77153" y="64770"/>
                  </a:lnTo>
                  <a:cubicBezTo>
                    <a:pt x="78581" y="55007"/>
                    <a:pt x="85249" y="19050"/>
                    <a:pt x="87392" y="14526"/>
                  </a:cubicBezTo>
                  <a:cubicBezTo>
                    <a:pt x="89773" y="9525"/>
                    <a:pt x="93107" y="7144"/>
                    <a:pt x="97393" y="7144"/>
                  </a:cubicBezTo>
                  <a:cubicBezTo>
                    <a:pt x="100965" y="7144"/>
                    <a:pt x="104061" y="8096"/>
                    <a:pt x="106680" y="9763"/>
                  </a:cubicBezTo>
                  <a:cubicBezTo>
                    <a:pt x="99298" y="11430"/>
                    <a:pt x="95488" y="15716"/>
                    <a:pt x="95488" y="23098"/>
                  </a:cubicBezTo>
                  <a:cubicBezTo>
                    <a:pt x="95488" y="29289"/>
                    <a:pt x="98584" y="32385"/>
                    <a:pt x="105013" y="32385"/>
                  </a:cubicBezTo>
                  <a:cubicBezTo>
                    <a:pt x="113109" y="32385"/>
                    <a:pt x="118824" y="25241"/>
                    <a:pt x="118824" y="1714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14" name="MathGlyph 214"/>
            <p:cNvSpPr/>
            <p:nvPr/>
          </p:nvSpPr>
          <p:spPr>
            <a:xfrm>
              <a:off x="3182645" y="937688"/>
              <a:ext cx="55006" cy="237172"/>
            </a:xfrm>
            <a:custGeom>
              <a:avLst/>
              <a:gdLst/>
              <a:ahLst/>
              <a:cxnLst/>
              <a:rect l="l" t="t" r="r" b="b"/>
              <a:pathLst>
                <a:path w="55006" h="237172">
                  <a:moveTo>
                    <a:pt x="51673" y="237173"/>
                  </a:moveTo>
                  <a:cubicBezTo>
                    <a:pt x="53816" y="237173"/>
                    <a:pt x="55007" y="235982"/>
                    <a:pt x="55007" y="233839"/>
                  </a:cubicBezTo>
                  <a:cubicBezTo>
                    <a:pt x="55007" y="233124"/>
                    <a:pt x="54531" y="232172"/>
                    <a:pt x="53816" y="231219"/>
                  </a:cubicBezTo>
                  <a:cubicBezTo>
                    <a:pt x="41434" y="221694"/>
                    <a:pt x="31433" y="205978"/>
                    <a:pt x="24051" y="184309"/>
                  </a:cubicBezTo>
                  <a:cubicBezTo>
                    <a:pt x="17621" y="165497"/>
                    <a:pt x="14288" y="146923"/>
                    <a:pt x="14288" y="128588"/>
                  </a:cubicBezTo>
                  <a:lnTo>
                    <a:pt x="14288" y="108585"/>
                  </a:lnTo>
                  <a:cubicBezTo>
                    <a:pt x="14288" y="90249"/>
                    <a:pt x="17621" y="71676"/>
                    <a:pt x="24051" y="52864"/>
                  </a:cubicBezTo>
                  <a:cubicBezTo>
                    <a:pt x="31433" y="31194"/>
                    <a:pt x="41434" y="15478"/>
                    <a:pt x="53816" y="5953"/>
                  </a:cubicBezTo>
                  <a:cubicBezTo>
                    <a:pt x="54531" y="5239"/>
                    <a:pt x="55007" y="4286"/>
                    <a:pt x="55007" y="3334"/>
                  </a:cubicBezTo>
                  <a:cubicBezTo>
                    <a:pt x="55007" y="1191"/>
                    <a:pt x="53816" y="0"/>
                    <a:pt x="51673" y="0"/>
                  </a:cubicBezTo>
                  <a:cubicBezTo>
                    <a:pt x="51435" y="0"/>
                    <a:pt x="50721" y="238"/>
                    <a:pt x="50006" y="714"/>
                  </a:cubicBezTo>
                  <a:cubicBezTo>
                    <a:pt x="35719" y="11668"/>
                    <a:pt x="23812" y="27861"/>
                    <a:pt x="14049" y="49530"/>
                  </a:cubicBezTo>
                  <a:cubicBezTo>
                    <a:pt x="4762" y="70247"/>
                    <a:pt x="0" y="89773"/>
                    <a:pt x="0" y="108585"/>
                  </a:cubicBezTo>
                  <a:lnTo>
                    <a:pt x="0" y="128588"/>
                  </a:lnTo>
                  <a:cubicBezTo>
                    <a:pt x="0" y="147399"/>
                    <a:pt x="4762" y="166926"/>
                    <a:pt x="14049" y="187643"/>
                  </a:cubicBezTo>
                  <a:cubicBezTo>
                    <a:pt x="23812" y="209312"/>
                    <a:pt x="35719" y="225504"/>
                    <a:pt x="50006" y="236458"/>
                  </a:cubicBezTo>
                  <a:cubicBezTo>
                    <a:pt x="50721" y="236934"/>
                    <a:pt x="51435" y="237173"/>
                    <a:pt x="51673" y="2371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15" name="MathGlyph 215"/>
            <p:cNvSpPr/>
            <p:nvPr/>
          </p:nvSpPr>
          <p:spPr>
            <a:xfrm>
              <a:off x="3258131" y="1010554"/>
              <a:ext cx="118586" cy="107870"/>
            </a:xfrm>
            <a:custGeom>
              <a:avLst/>
              <a:gdLst/>
              <a:ahLst/>
              <a:cxnLst/>
              <a:rect l="l" t="t" r="r" b="b"/>
              <a:pathLst>
                <a:path w="118586" h="107870">
                  <a:moveTo>
                    <a:pt x="118586" y="16431"/>
                  </a:moveTo>
                  <a:cubicBezTo>
                    <a:pt x="118586" y="5477"/>
                    <a:pt x="107871" y="0"/>
                    <a:pt x="95964" y="0"/>
                  </a:cubicBezTo>
                  <a:cubicBezTo>
                    <a:pt x="85725" y="0"/>
                    <a:pt x="77629" y="5477"/>
                    <a:pt x="71438" y="16431"/>
                  </a:cubicBezTo>
                  <a:cubicBezTo>
                    <a:pt x="66437" y="5477"/>
                    <a:pt x="58102" y="0"/>
                    <a:pt x="45958" y="0"/>
                  </a:cubicBezTo>
                  <a:cubicBezTo>
                    <a:pt x="34290" y="0"/>
                    <a:pt x="24765" y="5477"/>
                    <a:pt x="17145" y="16193"/>
                  </a:cubicBezTo>
                  <a:cubicBezTo>
                    <a:pt x="10716" y="25479"/>
                    <a:pt x="7382" y="32385"/>
                    <a:pt x="7382" y="36909"/>
                  </a:cubicBezTo>
                  <a:cubicBezTo>
                    <a:pt x="7382" y="39052"/>
                    <a:pt x="8572" y="40243"/>
                    <a:pt x="10954" y="40243"/>
                  </a:cubicBezTo>
                  <a:cubicBezTo>
                    <a:pt x="13097" y="40243"/>
                    <a:pt x="14526" y="39052"/>
                    <a:pt x="15002" y="36909"/>
                  </a:cubicBezTo>
                  <a:cubicBezTo>
                    <a:pt x="19526" y="23098"/>
                    <a:pt x="29527" y="6906"/>
                    <a:pt x="45482" y="6906"/>
                  </a:cubicBezTo>
                  <a:cubicBezTo>
                    <a:pt x="53340" y="6906"/>
                    <a:pt x="57150" y="11906"/>
                    <a:pt x="57150" y="21669"/>
                  </a:cubicBezTo>
                  <a:cubicBezTo>
                    <a:pt x="57150" y="26670"/>
                    <a:pt x="52864" y="45244"/>
                    <a:pt x="44529" y="77152"/>
                  </a:cubicBezTo>
                  <a:cubicBezTo>
                    <a:pt x="40481" y="93107"/>
                    <a:pt x="33338" y="100965"/>
                    <a:pt x="23098" y="100965"/>
                  </a:cubicBezTo>
                  <a:cubicBezTo>
                    <a:pt x="19764" y="100965"/>
                    <a:pt x="16669" y="100251"/>
                    <a:pt x="14049" y="99060"/>
                  </a:cubicBezTo>
                  <a:cubicBezTo>
                    <a:pt x="20241" y="96679"/>
                    <a:pt x="23336" y="92393"/>
                    <a:pt x="23336" y="86201"/>
                  </a:cubicBezTo>
                  <a:cubicBezTo>
                    <a:pt x="23336" y="80010"/>
                    <a:pt x="20241" y="76914"/>
                    <a:pt x="13811" y="76914"/>
                  </a:cubicBezTo>
                  <a:cubicBezTo>
                    <a:pt x="5953" y="76914"/>
                    <a:pt x="0" y="83582"/>
                    <a:pt x="0" y="91440"/>
                  </a:cubicBezTo>
                  <a:cubicBezTo>
                    <a:pt x="0" y="102394"/>
                    <a:pt x="11192" y="107871"/>
                    <a:pt x="22860" y="107871"/>
                  </a:cubicBezTo>
                  <a:cubicBezTo>
                    <a:pt x="32861" y="107871"/>
                    <a:pt x="40957" y="102394"/>
                    <a:pt x="47387" y="91440"/>
                  </a:cubicBezTo>
                  <a:cubicBezTo>
                    <a:pt x="51911" y="102394"/>
                    <a:pt x="60484" y="107871"/>
                    <a:pt x="72866" y="107871"/>
                  </a:cubicBezTo>
                  <a:cubicBezTo>
                    <a:pt x="84296" y="107871"/>
                    <a:pt x="93821" y="102394"/>
                    <a:pt x="101441" y="91678"/>
                  </a:cubicBezTo>
                  <a:cubicBezTo>
                    <a:pt x="107871" y="82391"/>
                    <a:pt x="111204" y="75486"/>
                    <a:pt x="111204" y="70961"/>
                  </a:cubicBezTo>
                  <a:cubicBezTo>
                    <a:pt x="111204" y="68818"/>
                    <a:pt x="110014" y="67627"/>
                    <a:pt x="107632" y="67627"/>
                  </a:cubicBezTo>
                  <a:cubicBezTo>
                    <a:pt x="105489" y="67627"/>
                    <a:pt x="104299" y="68818"/>
                    <a:pt x="103584" y="70961"/>
                  </a:cubicBezTo>
                  <a:cubicBezTo>
                    <a:pt x="99536" y="84534"/>
                    <a:pt x="88821" y="100965"/>
                    <a:pt x="73342" y="100965"/>
                  </a:cubicBezTo>
                  <a:cubicBezTo>
                    <a:pt x="65484" y="100965"/>
                    <a:pt x="61436" y="96202"/>
                    <a:pt x="61436" y="86439"/>
                  </a:cubicBezTo>
                  <a:cubicBezTo>
                    <a:pt x="61436" y="83344"/>
                    <a:pt x="62627" y="76676"/>
                    <a:pt x="65246" y="65961"/>
                  </a:cubicBezTo>
                  <a:lnTo>
                    <a:pt x="73342" y="33814"/>
                  </a:lnTo>
                  <a:cubicBezTo>
                    <a:pt x="77867" y="15954"/>
                    <a:pt x="85249" y="6906"/>
                    <a:pt x="95726" y="6906"/>
                  </a:cubicBezTo>
                  <a:cubicBezTo>
                    <a:pt x="99060" y="6906"/>
                    <a:pt x="102156" y="7620"/>
                    <a:pt x="104775" y="8811"/>
                  </a:cubicBezTo>
                  <a:cubicBezTo>
                    <a:pt x="98346" y="10954"/>
                    <a:pt x="95250" y="15240"/>
                    <a:pt x="95250" y="21669"/>
                  </a:cubicBezTo>
                  <a:cubicBezTo>
                    <a:pt x="95250" y="27861"/>
                    <a:pt x="98584" y="30956"/>
                    <a:pt x="105013" y="30956"/>
                  </a:cubicBezTo>
                  <a:cubicBezTo>
                    <a:pt x="112633" y="30956"/>
                    <a:pt x="118586" y="24051"/>
                    <a:pt x="118586" y="1643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16" name="MathGlyph 216"/>
            <p:cNvSpPr/>
            <p:nvPr/>
          </p:nvSpPr>
          <p:spPr>
            <a:xfrm>
              <a:off x="3401006" y="937688"/>
              <a:ext cx="55006" cy="237172"/>
            </a:xfrm>
            <a:custGeom>
              <a:avLst/>
              <a:gdLst/>
              <a:ahLst/>
              <a:cxnLst/>
              <a:rect l="l" t="t" r="r" b="b"/>
              <a:pathLst>
                <a:path w="55006" h="237172">
                  <a:moveTo>
                    <a:pt x="5001" y="236458"/>
                  </a:moveTo>
                  <a:cubicBezTo>
                    <a:pt x="19288" y="225504"/>
                    <a:pt x="31194" y="209312"/>
                    <a:pt x="40958" y="187643"/>
                  </a:cubicBezTo>
                  <a:cubicBezTo>
                    <a:pt x="50244" y="166926"/>
                    <a:pt x="55007" y="147399"/>
                    <a:pt x="55007" y="128588"/>
                  </a:cubicBezTo>
                  <a:lnTo>
                    <a:pt x="55007" y="108585"/>
                  </a:lnTo>
                  <a:cubicBezTo>
                    <a:pt x="55007" y="89773"/>
                    <a:pt x="50244" y="70247"/>
                    <a:pt x="40958" y="49530"/>
                  </a:cubicBezTo>
                  <a:cubicBezTo>
                    <a:pt x="31194" y="27861"/>
                    <a:pt x="19288" y="11668"/>
                    <a:pt x="5001" y="714"/>
                  </a:cubicBezTo>
                  <a:cubicBezTo>
                    <a:pt x="4286" y="238"/>
                    <a:pt x="3572" y="0"/>
                    <a:pt x="3334" y="0"/>
                  </a:cubicBezTo>
                  <a:cubicBezTo>
                    <a:pt x="1191" y="0"/>
                    <a:pt x="0" y="1191"/>
                    <a:pt x="0" y="3334"/>
                  </a:cubicBezTo>
                  <a:cubicBezTo>
                    <a:pt x="0" y="4286"/>
                    <a:pt x="476" y="5239"/>
                    <a:pt x="1191" y="5953"/>
                  </a:cubicBezTo>
                  <a:cubicBezTo>
                    <a:pt x="13573" y="15478"/>
                    <a:pt x="23574" y="31194"/>
                    <a:pt x="30956" y="52864"/>
                  </a:cubicBezTo>
                  <a:cubicBezTo>
                    <a:pt x="37386" y="71676"/>
                    <a:pt x="40719" y="90249"/>
                    <a:pt x="40719" y="108585"/>
                  </a:cubicBezTo>
                  <a:lnTo>
                    <a:pt x="40719" y="128588"/>
                  </a:lnTo>
                  <a:cubicBezTo>
                    <a:pt x="40719" y="146923"/>
                    <a:pt x="37386" y="165497"/>
                    <a:pt x="30956" y="184309"/>
                  </a:cubicBezTo>
                  <a:cubicBezTo>
                    <a:pt x="23574" y="205978"/>
                    <a:pt x="13573" y="221694"/>
                    <a:pt x="1191" y="231219"/>
                  </a:cubicBezTo>
                  <a:cubicBezTo>
                    <a:pt x="476" y="232172"/>
                    <a:pt x="0" y="233124"/>
                    <a:pt x="0" y="233839"/>
                  </a:cubicBezTo>
                  <a:cubicBezTo>
                    <a:pt x="0" y="235982"/>
                    <a:pt x="1191" y="237173"/>
                    <a:pt x="3334" y="237173"/>
                  </a:cubicBezTo>
                  <a:cubicBezTo>
                    <a:pt x="3572" y="237173"/>
                    <a:pt x="4286" y="236934"/>
                    <a:pt x="5001" y="236458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17" name="MathGlyph 217"/>
            <p:cNvSpPr/>
            <p:nvPr/>
          </p:nvSpPr>
          <p:spPr>
            <a:xfrm>
              <a:off x="3559540" y="1028414"/>
              <a:ext cx="158591" cy="55721"/>
            </a:xfrm>
            <a:custGeom>
              <a:avLst/>
              <a:gdLst/>
              <a:ahLst/>
              <a:cxnLst/>
              <a:rect l="l" t="t" r="r" b="b"/>
              <a:pathLst>
                <a:path w="158591" h="55721">
                  <a:moveTo>
                    <a:pt x="152876" y="0"/>
                  </a:moveTo>
                  <a:lnTo>
                    <a:pt x="5715" y="0"/>
                  </a:lnTo>
                  <a:cubicBezTo>
                    <a:pt x="1905" y="0"/>
                    <a:pt x="0" y="1905"/>
                    <a:pt x="0" y="5477"/>
                  </a:cubicBezTo>
                  <a:cubicBezTo>
                    <a:pt x="0" y="9049"/>
                    <a:pt x="1905" y="10954"/>
                    <a:pt x="5715" y="10954"/>
                  </a:cubicBezTo>
                  <a:lnTo>
                    <a:pt x="152876" y="10954"/>
                  </a:lnTo>
                  <a:cubicBezTo>
                    <a:pt x="156686" y="10954"/>
                    <a:pt x="158591" y="9049"/>
                    <a:pt x="158591" y="5477"/>
                  </a:cubicBezTo>
                  <a:cubicBezTo>
                    <a:pt x="158591" y="2619"/>
                    <a:pt x="155972" y="0"/>
                    <a:pt x="152876" y="0"/>
                  </a:cubicBezTo>
                  <a:close/>
                  <a:moveTo>
                    <a:pt x="152876" y="44768"/>
                  </a:moveTo>
                  <a:lnTo>
                    <a:pt x="5715" y="44768"/>
                  </a:lnTo>
                  <a:cubicBezTo>
                    <a:pt x="1905" y="44768"/>
                    <a:pt x="0" y="46672"/>
                    <a:pt x="0" y="50244"/>
                  </a:cubicBezTo>
                  <a:cubicBezTo>
                    <a:pt x="0" y="53816"/>
                    <a:pt x="1905" y="55721"/>
                    <a:pt x="5715" y="55721"/>
                  </a:cubicBezTo>
                  <a:lnTo>
                    <a:pt x="152876" y="55721"/>
                  </a:lnTo>
                  <a:cubicBezTo>
                    <a:pt x="156686" y="55721"/>
                    <a:pt x="158591" y="53816"/>
                    <a:pt x="158591" y="50244"/>
                  </a:cubicBezTo>
                  <a:cubicBezTo>
                    <a:pt x="158591" y="47149"/>
                    <a:pt x="155972" y="44768"/>
                    <a:pt x="152876" y="44768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18" name="MathGlyph 218"/>
            <p:cNvSpPr/>
            <p:nvPr/>
          </p:nvSpPr>
          <p:spPr>
            <a:xfrm>
              <a:off x="3804523" y="1010554"/>
              <a:ext cx="118586" cy="107870"/>
            </a:xfrm>
            <a:custGeom>
              <a:avLst/>
              <a:gdLst/>
              <a:ahLst/>
              <a:cxnLst/>
              <a:rect l="l" t="t" r="r" b="b"/>
              <a:pathLst>
                <a:path w="118586" h="107870">
                  <a:moveTo>
                    <a:pt x="118586" y="16431"/>
                  </a:moveTo>
                  <a:cubicBezTo>
                    <a:pt x="118586" y="5477"/>
                    <a:pt x="107871" y="0"/>
                    <a:pt x="95964" y="0"/>
                  </a:cubicBezTo>
                  <a:cubicBezTo>
                    <a:pt x="85725" y="0"/>
                    <a:pt x="77629" y="5477"/>
                    <a:pt x="71438" y="16431"/>
                  </a:cubicBezTo>
                  <a:cubicBezTo>
                    <a:pt x="66437" y="5477"/>
                    <a:pt x="58102" y="0"/>
                    <a:pt x="45958" y="0"/>
                  </a:cubicBezTo>
                  <a:cubicBezTo>
                    <a:pt x="34290" y="0"/>
                    <a:pt x="24765" y="5477"/>
                    <a:pt x="17145" y="16193"/>
                  </a:cubicBezTo>
                  <a:cubicBezTo>
                    <a:pt x="10716" y="25479"/>
                    <a:pt x="7382" y="32385"/>
                    <a:pt x="7382" y="36909"/>
                  </a:cubicBezTo>
                  <a:cubicBezTo>
                    <a:pt x="7382" y="39052"/>
                    <a:pt x="8572" y="40243"/>
                    <a:pt x="10954" y="40243"/>
                  </a:cubicBezTo>
                  <a:cubicBezTo>
                    <a:pt x="13097" y="40243"/>
                    <a:pt x="14526" y="39052"/>
                    <a:pt x="15002" y="36909"/>
                  </a:cubicBezTo>
                  <a:cubicBezTo>
                    <a:pt x="19526" y="23098"/>
                    <a:pt x="29527" y="6906"/>
                    <a:pt x="45482" y="6906"/>
                  </a:cubicBezTo>
                  <a:cubicBezTo>
                    <a:pt x="53340" y="6906"/>
                    <a:pt x="57150" y="11906"/>
                    <a:pt x="57150" y="21669"/>
                  </a:cubicBezTo>
                  <a:cubicBezTo>
                    <a:pt x="57150" y="26670"/>
                    <a:pt x="52864" y="45244"/>
                    <a:pt x="44529" y="77152"/>
                  </a:cubicBezTo>
                  <a:cubicBezTo>
                    <a:pt x="40481" y="93107"/>
                    <a:pt x="33338" y="100965"/>
                    <a:pt x="23098" y="100965"/>
                  </a:cubicBezTo>
                  <a:cubicBezTo>
                    <a:pt x="19764" y="100965"/>
                    <a:pt x="16669" y="100251"/>
                    <a:pt x="14049" y="99060"/>
                  </a:cubicBezTo>
                  <a:cubicBezTo>
                    <a:pt x="20241" y="96679"/>
                    <a:pt x="23336" y="92393"/>
                    <a:pt x="23336" y="86201"/>
                  </a:cubicBezTo>
                  <a:cubicBezTo>
                    <a:pt x="23336" y="80010"/>
                    <a:pt x="20241" y="76914"/>
                    <a:pt x="13811" y="76914"/>
                  </a:cubicBezTo>
                  <a:cubicBezTo>
                    <a:pt x="5953" y="76914"/>
                    <a:pt x="0" y="83582"/>
                    <a:pt x="0" y="91440"/>
                  </a:cubicBezTo>
                  <a:cubicBezTo>
                    <a:pt x="0" y="102394"/>
                    <a:pt x="11192" y="107871"/>
                    <a:pt x="22860" y="107871"/>
                  </a:cubicBezTo>
                  <a:cubicBezTo>
                    <a:pt x="32861" y="107871"/>
                    <a:pt x="40957" y="102394"/>
                    <a:pt x="47387" y="91440"/>
                  </a:cubicBezTo>
                  <a:cubicBezTo>
                    <a:pt x="51911" y="102394"/>
                    <a:pt x="60484" y="107871"/>
                    <a:pt x="72866" y="107871"/>
                  </a:cubicBezTo>
                  <a:cubicBezTo>
                    <a:pt x="84296" y="107871"/>
                    <a:pt x="93821" y="102394"/>
                    <a:pt x="101441" y="91678"/>
                  </a:cubicBezTo>
                  <a:cubicBezTo>
                    <a:pt x="107871" y="82391"/>
                    <a:pt x="111204" y="75486"/>
                    <a:pt x="111204" y="70961"/>
                  </a:cubicBezTo>
                  <a:cubicBezTo>
                    <a:pt x="111204" y="68818"/>
                    <a:pt x="110014" y="67627"/>
                    <a:pt x="107632" y="67627"/>
                  </a:cubicBezTo>
                  <a:cubicBezTo>
                    <a:pt x="105489" y="67627"/>
                    <a:pt x="104299" y="68818"/>
                    <a:pt x="103584" y="70961"/>
                  </a:cubicBezTo>
                  <a:cubicBezTo>
                    <a:pt x="99536" y="84534"/>
                    <a:pt x="88821" y="100965"/>
                    <a:pt x="73342" y="100965"/>
                  </a:cubicBezTo>
                  <a:cubicBezTo>
                    <a:pt x="65484" y="100965"/>
                    <a:pt x="61436" y="96202"/>
                    <a:pt x="61436" y="86439"/>
                  </a:cubicBezTo>
                  <a:cubicBezTo>
                    <a:pt x="61436" y="83344"/>
                    <a:pt x="62627" y="76676"/>
                    <a:pt x="65246" y="65961"/>
                  </a:cubicBezTo>
                  <a:lnTo>
                    <a:pt x="73342" y="33814"/>
                  </a:lnTo>
                  <a:cubicBezTo>
                    <a:pt x="77867" y="15954"/>
                    <a:pt x="85249" y="6906"/>
                    <a:pt x="95726" y="6906"/>
                  </a:cubicBezTo>
                  <a:cubicBezTo>
                    <a:pt x="99060" y="6906"/>
                    <a:pt x="102156" y="7620"/>
                    <a:pt x="104775" y="8811"/>
                  </a:cubicBezTo>
                  <a:cubicBezTo>
                    <a:pt x="98346" y="10954"/>
                    <a:pt x="95250" y="15240"/>
                    <a:pt x="95250" y="21669"/>
                  </a:cubicBezTo>
                  <a:cubicBezTo>
                    <a:pt x="95250" y="27861"/>
                    <a:pt x="98584" y="30956"/>
                    <a:pt x="105013" y="30956"/>
                  </a:cubicBezTo>
                  <a:cubicBezTo>
                    <a:pt x="112633" y="30956"/>
                    <a:pt x="118586" y="24051"/>
                    <a:pt x="118586" y="1643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19" name="MathGlyph 219"/>
            <p:cNvSpPr/>
            <p:nvPr/>
          </p:nvSpPr>
          <p:spPr>
            <a:xfrm>
              <a:off x="3943992" y="918686"/>
              <a:ext cx="74175" cy="110680"/>
            </a:xfrm>
            <a:custGeom>
              <a:avLst/>
              <a:gdLst/>
              <a:ahLst/>
              <a:cxnLst/>
              <a:rect l="l" t="t" r="r" b="b"/>
              <a:pathLst>
                <a:path w="74175" h="110680">
                  <a:moveTo>
                    <a:pt x="9668" y="40005"/>
                  </a:moveTo>
                  <a:cubicBezTo>
                    <a:pt x="15002" y="40005"/>
                    <a:pt x="19002" y="36005"/>
                    <a:pt x="19002" y="30670"/>
                  </a:cubicBezTo>
                  <a:cubicBezTo>
                    <a:pt x="19002" y="24670"/>
                    <a:pt x="15835" y="21503"/>
                    <a:pt x="9668" y="21336"/>
                  </a:cubicBezTo>
                  <a:cubicBezTo>
                    <a:pt x="13335" y="13502"/>
                    <a:pt x="21669" y="7168"/>
                    <a:pt x="32504" y="7168"/>
                  </a:cubicBezTo>
                  <a:cubicBezTo>
                    <a:pt x="47173" y="7168"/>
                    <a:pt x="56840" y="18169"/>
                    <a:pt x="56840" y="32837"/>
                  </a:cubicBezTo>
                  <a:cubicBezTo>
                    <a:pt x="56840" y="40838"/>
                    <a:pt x="54007" y="48506"/>
                    <a:pt x="48173" y="56007"/>
                  </a:cubicBezTo>
                  <a:cubicBezTo>
                    <a:pt x="45339" y="59841"/>
                    <a:pt x="43172" y="62508"/>
                    <a:pt x="41672" y="64008"/>
                  </a:cubicBezTo>
                  <a:lnTo>
                    <a:pt x="2167" y="103180"/>
                  </a:lnTo>
                  <a:cubicBezTo>
                    <a:pt x="0" y="105180"/>
                    <a:pt x="333" y="105680"/>
                    <a:pt x="333" y="110681"/>
                  </a:cubicBezTo>
                  <a:lnTo>
                    <a:pt x="69009" y="110681"/>
                  </a:lnTo>
                  <a:lnTo>
                    <a:pt x="74176" y="79343"/>
                  </a:lnTo>
                  <a:lnTo>
                    <a:pt x="67175" y="79343"/>
                  </a:lnTo>
                  <a:cubicBezTo>
                    <a:pt x="66008" y="88178"/>
                    <a:pt x="64675" y="93345"/>
                    <a:pt x="63175" y="94512"/>
                  </a:cubicBezTo>
                  <a:cubicBezTo>
                    <a:pt x="62341" y="95012"/>
                    <a:pt x="57174" y="95345"/>
                    <a:pt x="47339" y="95345"/>
                  </a:cubicBezTo>
                  <a:lnTo>
                    <a:pt x="19002" y="95345"/>
                  </a:lnTo>
                  <a:cubicBezTo>
                    <a:pt x="30170" y="85511"/>
                    <a:pt x="40505" y="76676"/>
                    <a:pt x="50340" y="68842"/>
                  </a:cubicBezTo>
                  <a:cubicBezTo>
                    <a:pt x="57841" y="63008"/>
                    <a:pt x="63175" y="57841"/>
                    <a:pt x="66508" y="53340"/>
                  </a:cubicBezTo>
                  <a:cubicBezTo>
                    <a:pt x="71509" y="46839"/>
                    <a:pt x="74009" y="40005"/>
                    <a:pt x="74009" y="32837"/>
                  </a:cubicBezTo>
                  <a:cubicBezTo>
                    <a:pt x="74009" y="22503"/>
                    <a:pt x="70009" y="14335"/>
                    <a:pt x="61841" y="8334"/>
                  </a:cubicBezTo>
                  <a:cubicBezTo>
                    <a:pt x="54674" y="2834"/>
                    <a:pt x="45672" y="0"/>
                    <a:pt x="35004" y="0"/>
                  </a:cubicBezTo>
                  <a:cubicBezTo>
                    <a:pt x="25837" y="0"/>
                    <a:pt x="18002" y="2667"/>
                    <a:pt x="11168" y="8001"/>
                  </a:cubicBezTo>
                  <a:cubicBezTo>
                    <a:pt x="4001" y="13835"/>
                    <a:pt x="333" y="21169"/>
                    <a:pt x="333" y="30170"/>
                  </a:cubicBezTo>
                  <a:cubicBezTo>
                    <a:pt x="333" y="35838"/>
                    <a:pt x="4501" y="40005"/>
                    <a:pt x="9668" y="4000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20" name="MathGlyph 220"/>
            <p:cNvSpPr/>
            <p:nvPr/>
          </p:nvSpPr>
          <p:spPr>
            <a:xfrm>
              <a:off x="4108256" y="976979"/>
              <a:ext cx="158591" cy="158591"/>
            </a:xfrm>
            <a:custGeom>
              <a:avLst/>
              <a:gdLst/>
              <a:ahLst/>
              <a:cxnLst/>
              <a:rect l="l" t="t" r="r" b="b"/>
              <a:pathLst>
                <a:path w="158591" h="158591">
                  <a:moveTo>
                    <a:pt x="152876" y="73581"/>
                  </a:moveTo>
                  <a:lnTo>
                    <a:pt x="85011" y="73581"/>
                  </a:lnTo>
                  <a:lnTo>
                    <a:pt x="85011" y="5715"/>
                  </a:lnTo>
                  <a:cubicBezTo>
                    <a:pt x="85011" y="1905"/>
                    <a:pt x="83106" y="0"/>
                    <a:pt x="79296" y="0"/>
                  </a:cubicBezTo>
                  <a:cubicBezTo>
                    <a:pt x="75486" y="0"/>
                    <a:pt x="73581" y="1905"/>
                    <a:pt x="73581" y="5715"/>
                  </a:cubicBezTo>
                  <a:lnTo>
                    <a:pt x="73581" y="73581"/>
                  </a:lnTo>
                  <a:lnTo>
                    <a:pt x="5715" y="73581"/>
                  </a:lnTo>
                  <a:cubicBezTo>
                    <a:pt x="1905" y="73581"/>
                    <a:pt x="0" y="75486"/>
                    <a:pt x="0" y="79296"/>
                  </a:cubicBezTo>
                  <a:cubicBezTo>
                    <a:pt x="0" y="83106"/>
                    <a:pt x="1905" y="85011"/>
                    <a:pt x="5715" y="85011"/>
                  </a:cubicBezTo>
                  <a:lnTo>
                    <a:pt x="73581" y="85011"/>
                  </a:lnTo>
                  <a:lnTo>
                    <a:pt x="73581" y="152876"/>
                  </a:lnTo>
                  <a:cubicBezTo>
                    <a:pt x="73581" y="156686"/>
                    <a:pt x="75486" y="158591"/>
                    <a:pt x="79296" y="158591"/>
                  </a:cubicBezTo>
                  <a:cubicBezTo>
                    <a:pt x="83106" y="158591"/>
                    <a:pt x="85011" y="156686"/>
                    <a:pt x="85011" y="152876"/>
                  </a:cubicBezTo>
                  <a:lnTo>
                    <a:pt x="85011" y="85011"/>
                  </a:lnTo>
                  <a:lnTo>
                    <a:pt x="152876" y="85011"/>
                  </a:lnTo>
                  <a:cubicBezTo>
                    <a:pt x="156686" y="85011"/>
                    <a:pt x="158591" y="83106"/>
                    <a:pt x="158591" y="79296"/>
                  </a:cubicBezTo>
                  <a:cubicBezTo>
                    <a:pt x="158591" y="76200"/>
                    <a:pt x="155972" y="73581"/>
                    <a:pt x="152876" y="7358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21" name="MathGlyph 221"/>
            <p:cNvSpPr/>
            <p:nvPr/>
          </p:nvSpPr>
          <p:spPr>
            <a:xfrm>
              <a:off x="4344762" y="957214"/>
              <a:ext cx="95488" cy="158591"/>
            </a:xfrm>
            <a:custGeom>
              <a:avLst/>
              <a:gdLst/>
              <a:ahLst/>
              <a:cxnLst/>
              <a:rect l="l" t="t" r="r" b="b"/>
              <a:pathLst>
                <a:path w="95488" h="158591">
                  <a:moveTo>
                    <a:pt x="44767" y="0"/>
                  </a:moveTo>
                  <a:cubicBezTo>
                    <a:pt x="32623" y="0"/>
                    <a:pt x="22384" y="4286"/>
                    <a:pt x="13573" y="12859"/>
                  </a:cubicBezTo>
                  <a:cubicBezTo>
                    <a:pt x="4762" y="21431"/>
                    <a:pt x="238" y="31433"/>
                    <a:pt x="238" y="43577"/>
                  </a:cubicBezTo>
                  <a:cubicBezTo>
                    <a:pt x="238" y="51673"/>
                    <a:pt x="6191" y="57626"/>
                    <a:pt x="13573" y="57626"/>
                  </a:cubicBezTo>
                  <a:cubicBezTo>
                    <a:pt x="20717" y="57626"/>
                    <a:pt x="26670" y="51435"/>
                    <a:pt x="26670" y="44291"/>
                  </a:cubicBezTo>
                  <a:cubicBezTo>
                    <a:pt x="26670" y="36433"/>
                    <a:pt x="20955" y="30956"/>
                    <a:pt x="13335" y="30956"/>
                  </a:cubicBezTo>
                  <a:cubicBezTo>
                    <a:pt x="12621" y="30956"/>
                    <a:pt x="12144" y="30956"/>
                    <a:pt x="11668" y="31194"/>
                  </a:cubicBezTo>
                  <a:cubicBezTo>
                    <a:pt x="16192" y="19526"/>
                    <a:pt x="26670" y="9287"/>
                    <a:pt x="41672" y="9287"/>
                  </a:cubicBezTo>
                  <a:cubicBezTo>
                    <a:pt x="61198" y="9287"/>
                    <a:pt x="72152" y="26194"/>
                    <a:pt x="72152" y="46673"/>
                  </a:cubicBezTo>
                  <a:cubicBezTo>
                    <a:pt x="72152" y="62627"/>
                    <a:pt x="64056" y="79772"/>
                    <a:pt x="47863" y="97869"/>
                  </a:cubicBezTo>
                  <a:lnTo>
                    <a:pt x="3096" y="148352"/>
                  </a:lnTo>
                  <a:cubicBezTo>
                    <a:pt x="0" y="151924"/>
                    <a:pt x="238" y="151686"/>
                    <a:pt x="238" y="158591"/>
                  </a:cubicBezTo>
                  <a:lnTo>
                    <a:pt x="88582" y="158591"/>
                  </a:lnTo>
                  <a:lnTo>
                    <a:pt x="95488" y="115729"/>
                  </a:lnTo>
                  <a:lnTo>
                    <a:pt x="87630" y="115729"/>
                  </a:lnTo>
                  <a:cubicBezTo>
                    <a:pt x="85725" y="127873"/>
                    <a:pt x="84058" y="134779"/>
                    <a:pt x="82629" y="136922"/>
                  </a:cubicBezTo>
                  <a:cubicBezTo>
                    <a:pt x="81439" y="138112"/>
                    <a:pt x="74295" y="138589"/>
                    <a:pt x="61198" y="138589"/>
                  </a:cubicBezTo>
                  <a:lnTo>
                    <a:pt x="21431" y="138589"/>
                  </a:lnTo>
                  <a:lnTo>
                    <a:pt x="44529" y="115967"/>
                  </a:lnTo>
                  <a:cubicBezTo>
                    <a:pt x="60722" y="100727"/>
                    <a:pt x="81201" y="84296"/>
                    <a:pt x="88106" y="71676"/>
                  </a:cubicBezTo>
                  <a:cubicBezTo>
                    <a:pt x="92869" y="63341"/>
                    <a:pt x="95250" y="55007"/>
                    <a:pt x="95250" y="46673"/>
                  </a:cubicBezTo>
                  <a:cubicBezTo>
                    <a:pt x="95250" y="18574"/>
                    <a:pt x="73342" y="0"/>
                    <a:pt x="44767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22" name="MathGlyph 222"/>
            <p:cNvSpPr/>
            <p:nvPr/>
          </p:nvSpPr>
          <p:spPr>
            <a:xfrm>
              <a:off x="4459062" y="1010554"/>
              <a:ext cx="118586" cy="107870"/>
            </a:xfrm>
            <a:custGeom>
              <a:avLst/>
              <a:gdLst/>
              <a:ahLst/>
              <a:cxnLst/>
              <a:rect l="l" t="t" r="r" b="b"/>
              <a:pathLst>
                <a:path w="118586" h="107870">
                  <a:moveTo>
                    <a:pt x="118586" y="16431"/>
                  </a:moveTo>
                  <a:cubicBezTo>
                    <a:pt x="118586" y="5477"/>
                    <a:pt x="107871" y="0"/>
                    <a:pt x="95964" y="0"/>
                  </a:cubicBezTo>
                  <a:cubicBezTo>
                    <a:pt x="85725" y="0"/>
                    <a:pt x="77629" y="5477"/>
                    <a:pt x="71438" y="16431"/>
                  </a:cubicBezTo>
                  <a:cubicBezTo>
                    <a:pt x="66437" y="5477"/>
                    <a:pt x="58102" y="0"/>
                    <a:pt x="45958" y="0"/>
                  </a:cubicBezTo>
                  <a:cubicBezTo>
                    <a:pt x="34290" y="0"/>
                    <a:pt x="24765" y="5477"/>
                    <a:pt x="17145" y="16193"/>
                  </a:cubicBezTo>
                  <a:cubicBezTo>
                    <a:pt x="10716" y="25479"/>
                    <a:pt x="7382" y="32385"/>
                    <a:pt x="7382" y="36909"/>
                  </a:cubicBezTo>
                  <a:cubicBezTo>
                    <a:pt x="7382" y="39052"/>
                    <a:pt x="8572" y="40243"/>
                    <a:pt x="10954" y="40243"/>
                  </a:cubicBezTo>
                  <a:cubicBezTo>
                    <a:pt x="13097" y="40243"/>
                    <a:pt x="14526" y="39052"/>
                    <a:pt x="15002" y="36909"/>
                  </a:cubicBezTo>
                  <a:cubicBezTo>
                    <a:pt x="19526" y="23098"/>
                    <a:pt x="29527" y="6906"/>
                    <a:pt x="45482" y="6906"/>
                  </a:cubicBezTo>
                  <a:cubicBezTo>
                    <a:pt x="53340" y="6906"/>
                    <a:pt x="57150" y="11906"/>
                    <a:pt x="57150" y="21669"/>
                  </a:cubicBezTo>
                  <a:cubicBezTo>
                    <a:pt x="57150" y="26670"/>
                    <a:pt x="52864" y="45244"/>
                    <a:pt x="44529" y="77152"/>
                  </a:cubicBezTo>
                  <a:cubicBezTo>
                    <a:pt x="40481" y="93107"/>
                    <a:pt x="33338" y="100965"/>
                    <a:pt x="23098" y="100965"/>
                  </a:cubicBezTo>
                  <a:cubicBezTo>
                    <a:pt x="19764" y="100965"/>
                    <a:pt x="16669" y="100251"/>
                    <a:pt x="14049" y="99060"/>
                  </a:cubicBezTo>
                  <a:cubicBezTo>
                    <a:pt x="20241" y="96679"/>
                    <a:pt x="23336" y="92393"/>
                    <a:pt x="23336" y="86201"/>
                  </a:cubicBezTo>
                  <a:cubicBezTo>
                    <a:pt x="23336" y="80010"/>
                    <a:pt x="20241" y="76914"/>
                    <a:pt x="13811" y="76914"/>
                  </a:cubicBezTo>
                  <a:cubicBezTo>
                    <a:pt x="5953" y="76914"/>
                    <a:pt x="0" y="83582"/>
                    <a:pt x="0" y="91440"/>
                  </a:cubicBezTo>
                  <a:cubicBezTo>
                    <a:pt x="0" y="102394"/>
                    <a:pt x="11192" y="107871"/>
                    <a:pt x="22860" y="107871"/>
                  </a:cubicBezTo>
                  <a:cubicBezTo>
                    <a:pt x="32861" y="107871"/>
                    <a:pt x="40957" y="102394"/>
                    <a:pt x="47387" y="91440"/>
                  </a:cubicBezTo>
                  <a:cubicBezTo>
                    <a:pt x="51911" y="102394"/>
                    <a:pt x="60484" y="107871"/>
                    <a:pt x="72866" y="107871"/>
                  </a:cubicBezTo>
                  <a:cubicBezTo>
                    <a:pt x="84296" y="107871"/>
                    <a:pt x="93821" y="102394"/>
                    <a:pt x="101441" y="91678"/>
                  </a:cubicBezTo>
                  <a:cubicBezTo>
                    <a:pt x="107871" y="82391"/>
                    <a:pt x="111204" y="75486"/>
                    <a:pt x="111204" y="70961"/>
                  </a:cubicBezTo>
                  <a:cubicBezTo>
                    <a:pt x="111204" y="68818"/>
                    <a:pt x="110014" y="67627"/>
                    <a:pt x="107632" y="67627"/>
                  </a:cubicBezTo>
                  <a:cubicBezTo>
                    <a:pt x="105489" y="67627"/>
                    <a:pt x="104299" y="68818"/>
                    <a:pt x="103584" y="70961"/>
                  </a:cubicBezTo>
                  <a:cubicBezTo>
                    <a:pt x="99536" y="84534"/>
                    <a:pt x="88821" y="100965"/>
                    <a:pt x="73342" y="100965"/>
                  </a:cubicBezTo>
                  <a:cubicBezTo>
                    <a:pt x="65484" y="100965"/>
                    <a:pt x="61436" y="96202"/>
                    <a:pt x="61436" y="86439"/>
                  </a:cubicBezTo>
                  <a:cubicBezTo>
                    <a:pt x="61436" y="83344"/>
                    <a:pt x="62627" y="76676"/>
                    <a:pt x="65246" y="65961"/>
                  </a:cubicBezTo>
                  <a:lnTo>
                    <a:pt x="73342" y="33814"/>
                  </a:lnTo>
                  <a:cubicBezTo>
                    <a:pt x="77867" y="15954"/>
                    <a:pt x="85249" y="6906"/>
                    <a:pt x="95726" y="6906"/>
                  </a:cubicBezTo>
                  <a:cubicBezTo>
                    <a:pt x="99060" y="6906"/>
                    <a:pt x="102156" y="7620"/>
                    <a:pt x="104775" y="8811"/>
                  </a:cubicBezTo>
                  <a:cubicBezTo>
                    <a:pt x="98346" y="10954"/>
                    <a:pt x="95250" y="15240"/>
                    <a:pt x="95250" y="21669"/>
                  </a:cubicBezTo>
                  <a:cubicBezTo>
                    <a:pt x="95250" y="27861"/>
                    <a:pt x="98584" y="30956"/>
                    <a:pt x="105013" y="30956"/>
                  </a:cubicBezTo>
                  <a:cubicBezTo>
                    <a:pt x="112633" y="30956"/>
                    <a:pt x="118586" y="24051"/>
                    <a:pt x="118586" y="1643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23" name="MathGlyph 223"/>
            <p:cNvSpPr/>
            <p:nvPr/>
          </p:nvSpPr>
          <p:spPr>
            <a:xfrm>
              <a:off x="4654619" y="976979"/>
              <a:ext cx="158591" cy="158591"/>
            </a:xfrm>
            <a:custGeom>
              <a:avLst/>
              <a:gdLst/>
              <a:ahLst/>
              <a:cxnLst/>
              <a:rect l="l" t="t" r="r" b="b"/>
              <a:pathLst>
                <a:path w="158591" h="158591">
                  <a:moveTo>
                    <a:pt x="152876" y="73581"/>
                  </a:moveTo>
                  <a:lnTo>
                    <a:pt x="85011" y="73581"/>
                  </a:lnTo>
                  <a:lnTo>
                    <a:pt x="85011" y="5715"/>
                  </a:lnTo>
                  <a:cubicBezTo>
                    <a:pt x="85011" y="1905"/>
                    <a:pt x="83106" y="0"/>
                    <a:pt x="79296" y="0"/>
                  </a:cubicBezTo>
                  <a:cubicBezTo>
                    <a:pt x="75486" y="0"/>
                    <a:pt x="73581" y="1905"/>
                    <a:pt x="73581" y="5715"/>
                  </a:cubicBezTo>
                  <a:lnTo>
                    <a:pt x="73581" y="73581"/>
                  </a:lnTo>
                  <a:lnTo>
                    <a:pt x="5715" y="73581"/>
                  </a:lnTo>
                  <a:cubicBezTo>
                    <a:pt x="1905" y="73581"/>
                    <a:pt x="0" y="75486"/>
                    <a:pt x="0" y="79296"/>
                  </a:cubicBezTo>
                  <a:cubicBezTo>
                    <a:pt x="0" y="83106"/>
                    <a:pt x="1905" y="85011"/>
                    <a:pt x="5715" y="85011"/>
                  </a:cubicBezTo>
                  <a:lnTo>
                    <a:pt x="73581" y="85011"/>
                  </a:lnTo>
                  <a:lnTo>
                    <a:pt x="73581" y="152876"/>
                  </a:lnTo>
                  <a:cubicBezTo>
                    <a:pt x="73581" y="156686"/>
                    <a:pt x="75486" y="158591"/>
                    <a:pt x="79296" y="158591"/>
                  </a:cubicBezTo>
                  <a:cubicBezTo>
                    <a:pt x="83106" y="158591"/>
                    <a:pt x="85011" y="156686"/>
                    <a:pt x="85011" y="152876"/>
                  </a:cubicBezTo>
                  <a:lnTo>
                    <a:pt x="85011" y="85011"/>
                  </a:lnTo>
                  <a:lnTo>
                    <a:pt x="152876" y="85011"/>
                  </a:lnTo>
                  <a:cubicBezTo>
                    <a:pt x="156686" y="85011"/>
                    <a:pt x="158591" y="83106"/>
                    <a:pt x="158591" y="79296"/>
                  </a:cubicBezTo>
                  <a:cubicBezTo>
                    <a:pt x="158591" y="76200"/>
                    <a:pt x="155972" y="73581"/>
                    <a:pt x="152876" y="7358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24" name="MathGlyph 224"/>
            <p:cNvSpPr/>
            <p:nvPr/>
          </p:nvSpPr>
          <p:spPr>
            <a:xfrm>
              <a:off x="4900660" y="957214"/>
              <a:ext cx="78581" cy="158591"/>
            </a:xfrm>
            <a:custGeom>
              <a:avLst/>
              <a:gdLst/>
              <a:ahLst/>
              <a:cxnLst/>
              <a:rect l="l" t="t" r="r" b="b"/>
              <a:pathLst>
                <a:path w="78581" h="158591">
                  <a:moveTo>
                    <a:pt x="42862" y="0"/>
                  </a:moveTo>
                  <a:cubicBezTo>
                    <a:pt x="33099" y="10001"/>
                    <a:pt x="18812" y="15002"/>
                    <a:pt x="0" y="15002"/>
                  </a:cubicBezTo>
                  <a:lnTo>
                    <a:pt x="0" y="24289"/>
                  </a:lnTo>
                  <a:cubicBezTo>
                    <a:pt x="12382" y="24289"/>
                    <a:pt x="22622" y="22384"/>
                    <a:pt x="30480" y="18574"/>
                  </a:cubicBezTo>
                  <a:lnTo>
                    <a:pt x="30480" y="139065"/>
                  </a:lnTo>
                  <a:cubicBezTo>
                    <a:pt x="30480" y="143351"/>
                    <a:pt x="29528" y="146209"/>
                    <a:pt x="27384" y="147399"/>
                  </a:cubicBezTo>
                  <a:cubicBezTo>
                    <a:pt x="25241" y="148590"/>
                    <a:pt x="19288" y="149304"/>
                    <a:pt x="9763" y="149304"/>
                  </a:cubicBezTo>
                  <a:lnTo>
                    <a:pt x="1429" y="149304"/>
                  </a:lnTo>
                  <a:lnTo>
                    <a:pt x="1429" y="158591"/>
                  </a:lnTo>
                  <a:cubicBezTo>
                    <a:pt x="7382" y="158115"/>
                    <a:pt x="20241" y="157877"/>
                    <a:pt x="40005" y="157877"/>
                  </a:cubicBezTo>
                  <a:cubicBezTo>
                    <a:pt x="59769" y="157877"/>
                    <a:pt x="72628" y="158115"/>
                    <a:pt x="78581" y="158591"/>
                  </a:cubicBezTo>
                  <a:lnTo>
                    <a:pt x="78581" y="149304"/>
                  </a:lnTo>
                  <a:lnTo>
                    <a:pt x="70247" y="149304"/>
                  </a:lnTo>
                  <a:cubicBezTo>
                    <a:pt x="60484" y="149304"/>
                    <a:pt x="54531" y="148590"/>
                    <a:pt x="52626" y="147399"/>
                  </a:cubicBezTo>
                  <a:cubicBezTo>
                    <a:pt x="50721" y="146209"/>
                    <a:pt x="49530" y="143351"/>
                    <a:pt x="49530" y="139065"/>
                  </a:cubicBezTo>
                  <a:lnTo>
                    <a:pt x="49530" y="7144"/>
                  </a:lnTo>
                  <a:cubicBezTo>
                    <a:pt x="49530" y="1429"/>
                    <a:pt x="49054" y="0"/>
                    <a:pt x="4286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25" name="MathGlyph 225"/>
            <p:cNvSpPr/>
            <p:nvPr/>
          </p:nvSpPr>
          <p:spPr>
            <a:xfrm>
              <a:off x="3559540" y="1439370"/>
              <a:ext cx="158591" cy="55721"/>
            </a:xfrm>
            <a:custGeom>
              <a:avLst/>
              <a:gdLst/>
              <a:ahLst/>
              <a:cxnLst/>
              <a:rect l="l" t="t" r="r" b="b"/>
              <a:pathLst>
                <a:path w="158591" h="55721">
                  <a:moveTo>
                    <a:pt x="152876" y="0"/>
                  </a:moveTo>
                  <a:lnTo>
                    <a:pt x="5715" y="0"/>
                  </a:lnTo>
                  <a:cubicBezTo>
                    <a:pt x="1905" y="0"/>
                    <a:pt x="0" y="1905"/>
                    <a:pt x="0" y="5477"/>
                  </a:cubicBezTo>
                  <a:cubicBezTo>
                    <a:pt x="0" y="9049"/>
                    <a:pt x="1905" y="10954"/>
                    <a:pt x="5715" y="10954"/>
                  </a:cubicBezTo>
                  <a:lnTo>
                    <a:pt x="152876" y="10954"/>
                  </a:lnTo>
                  <a:cubicBezTo>
                    <a:pt x="156686" y="10954"/>
                    <a:pt x="158591" y="9049"/>
                    <a:pt x="158591" y="5477"/>
                  </a:cubicBezTo>
                  <a:cubicBezTo>
                    <a:pt x="158591" y="2619"/>
                    <a:pt x="155972" y="0"/>
                    <a:pt x="152876" y="0"/>
                  </a:cubicBezTo>
                  <a:close/>
                  <a:moveTo>
                    <a:pt x="152876" y="44768"/>
                  </a:moveTo>
                  <a:lnTo>
                    <a:pt x="5715" y="44768"/>
                  </a:lnTo>
                  <a:cubicBezTo>
                    <a:pt x="1905" y="44768"/>
                    <a:pt x="0" y="46673"/>
                    <a:pt x="0" y="50244"/>
                  </a:cubicBezTo>
                  <a:cubicBezTo>
                    <a:pt x="0" y="53816"/>
                    <a:pt x="1905" y="55721"/>
                    <a:pt x="5715" y="55721"/>
                  </a:cubicBezTo>
                  <a:lnTo>
                    <a:pt x="152876" y="55721"/>
                  </a:lnTo>
                  <a:cubicBezTo>
                    <a:pt x="156686" y="55721"/>
                    <a:pt x="158591" y="53816"/>
                    <a:pt x="158591" y="50244"/>
                  </a:cubicBezTo>
                  <a:cubicBezTo>
                    <a:pt x="158591" y="47149"/>
                    <a:pt x="155972" y="44768"/>
                    <a:pt x="152876" y="44768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26" name="MathGlyph 226"/>
            <p:cNvSpPr/>
            <p:nvPr/>
          </p:nvSpPr>
          <p:spPr>
            <a:xfrm>
              <a:off x="3821668" y="1348644"/>
              <a:ext cx="55006" cy="237172"/>
            </a:xfrm>
            <a:custGeom>
              <a:avLst/>
              <a:gdLst/>
              <a:ahLst/>
              <a:cxnLst/>
              <a:rect l="l" t="t" r="r" b="b"/>
              <a:pathLst>
                <a:path w="55006" h="237172">
                  <a:moveTo>
                    <a:pt x="51673" y="237172"/>
                  </a:moveTo>
                  <a:cubicBezTo>
                    <a:pt x="53816" y="237172"/>
                    <a:pt x="55007" y="235982"/>
                    <a:pt x="55007" y="233839"/>
                  </a:cubicBezTo>
                  <a:cubicBezTo>
                    <a:pt x="55007" y="233124"/>
                    <a:pt x="54531" y="232172"/>
                    <a:pt x="53816" y="231219"/>
                  </a:cubicBezTo>
                  <a:cubicBezTo>
                    <a:pt x="41434" y="221694"/>
                    <a:pt x="31433" y="205978"/>
                    <a:pt x="24051" y="184309"/>
                  </a:cubicBezTo>
                  <a:cubicBezTo>
                    <a:pt x="17621" y="165497"/>
                    <a:pt x="14288" y="146923"/>
                    <a:pt x="14288" y="128588"/>
                  </a:cubicBezTo>
                  <a:lnTo>
                    <a:pt x="14288" y="108585"/>
                  </a:lnTo>
                  <a:cubicBezTo>
                    <a:pt x="14288" y="90249"/>
                    <a:pt x="17621" y="71676"/>
                    <a:pt x="24051" y="52864"/>
                  </a:cubicBezTo>
                  <a:cubicBezTo>
                    <a:pt x="31433" y="31194"/>
                    <a:pt x="41434" y="15478"/>
                    <a:pt x="53816" y="5953"/>
                  </a:cubicBezTo>
                  <a:cubicBezTo>
                    <a:pt x="54531" y="5239"/>
                    <a:pt x="55007" y="4286"/>
                    <a:pt x="55007" y="3334"/>
                  </a:cubicBezTo>
                  <a:cubicBezTo>
                    <a:pt x="55007" y="1191"/>
                    <a:pt x="53816" y="0"/>
                    <a:pt x="51673" y="0"/>
                  </a:cubicBezTo>
                  <a:cubicBezTo>
                    <a:pt x="51435" y="0"/>
                    <a:pt x="50721" y="238"/>
                    <a:pt x="50006" y="714"/>
                  </a:cubicBezTo>
                  <a:cubicBezTo>
                    <a:pt x="35719" y="11668"/>
                    <a:pt x="23812" y="27861"/>
                    <a:pt x="14049" y="49530"/>
                  </a:cubicBezTo>
                  <a:cubicBezTo>
                    <a:pt x="4762" y="70247"/>
                    <a:pt x="0" y="89773"/>
                    <a:pt x="0" y="108585"/>
                  </a:cubicBezTo>
                  <a:lnTo>
                    <a:pt x="0" y="128588"/>
                  </a:lnTo>
                  <a:cubicBezTo>
                    <a:pt x="0" y="147399"/>
                    <a:pt x="4762" y="166926"/>
                    <a:pt x="14049" y="187642"/>
                  </a:cubicBezTo>
                  <a:cubicBezTo>
                    <a:pt x="23812" y="209312"/>
                    <a:pt x="35719" y="225504"/>
                    <a:pt x="50006" y="236458"/>
                  </a:cubicBezTo>
                  <a:cubicBezTo>
                    <a:pt x="50721" y="236934"/>
                    <a:pt x="51435" y="237172"/>
                    <a:pt x="51673" y="237172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27" name="MathGlyph 227"/>
            <p:cNvSpPr/>
            <p:nvPr/>
          </p:nvSpPr>
          <p:spPr>
            <a:xfrm>
              <a:off x="3897153" y="1421510"/>
              <a:ext cx="118586" cy="107870"/>
            </a:xfrm>
            <a:custGeom>
              <a:avLst/>
              <a:gdLst/>
              <a:ahLst/>
              <a:cxnLst/>
              <a:rect l="l" t="t" r="r" b="b"/>
              <a:pathLst>
                <a:path w="118586" h="107870">
                  <a:moveTo>
                    <a:pt x="118586" y="16431"/>
                  </a:moveTo>
                  <a:cubicBezTo>
                    <a:pt x="118586" y="5477"/>
                    <a:pt x="107871" y="0"/>
                    <a:pt x="95964" y="0"/>
                  </a:cubicBezTo>
                  <a:cubicBezTo>
                    <a:pt x="85725" y="0"/>
                    <a:pt x="77629" y="5477"/>
                    <a:pt x="71438" y="16431"/>
                  </a:cubicBezTo>
                  <a:cubicBezTo>
                    <a:pt x="66437" y="5477"/>
                    <a:pt x="58102" y="0"/>
                    <a:pt x="45958" y="0"/>
                  </a:cubicBezTo>
                  <a:cubicBezTo>
                    <a:pt x="34290" y="0"/>
                    <a:pt x="24765" y="5477"/>
                    <a:pt x="17145" y="16193"/>
                  </a:cubicBezTo>
                  <a:cubicBezTo>
                    <a:pt x="10716" y="25479"/>
                    <a:pt x="7382" y="32385"/>
                    <a:pt x="7382" y="36909"/>
                  </a:cubicBezTo>
                  <a:cubicBezTo>
                    <a:pt x="7382" y="39053"/>
                    <a:pt x="8572" y="40243"/>
                    <a:pt x="10954" y="40243"/>
                  </a:cubicBezTo>
                  <a:cubicBezTo>
                    <a:pt x="13097" y="40243"/>
                    <a:pt x="14526" y="39053"/>
                    <a:pt x="15002" y="36909"/>
                  </a:cubicBezTo>
                  <a:cubicBezTo>
                    <a:pt x="19526" y="23098"/>
                    <a:pt x="29527" y="6906"/>
                    <a:pt x="45482" y="6906"/>
                  </a:cubicBezTo>
                  <a:cubicBezTo>
                    <a:pt x="53340" y="6906"/>
                    <a:pt x="57150" y="11906"/>
                    <a:pt x="57150" y="21669"/>
                  </a:cubicBezTo>
                  <a:cubicBezTo>
                    <a:pt x="57150" y="26670"/>
                    <a:pt x="52864" y="45244"/>
                    <a:pt x="44529" y="77153"/>
                  </a:cubicBezTo>
                  <a:cubicBezTo>
                    <a:pt x="40481" y="93107"/>
                    <a:pt x="33338" y="100965"/>
                    <a:pt x="23098" y="100965"/>
                  </a:cubicBezTo>
                  <a:cubicBezTo>
                    <a:pt x="19764" y="100965"/>
                    <a:pt x="16669" y="100251"/>
                    <a:pt x="14049" y="99060"/>
                  </a:cubicBezTo>
                  <a:cubicBezTo>
                    <a:pt x="20241" y="96679"/>
                    <a:pt x="23336" y="92393"/>
                    <a:pt x="23336" y="86201"/>
                  </a:cubicBezTo>
                  <a:cubicBezTo>
                    <a:pt x="23336" y="80010"/>
                    <a:pt x="20241" y="76914"/>
                    <a:pt x="13811" y="76914"/>
                  </a:cubicBezTo>
                  <a:cubicBezTo>
                    <a:pt x="5953" y="76914"/>
                    <a:pt x="0" y="83582"/>
                    <a:pt x="0" y="91440"/>
                  </a:cubicBezTo>
                  <a:cubicBezTo>
                    <a:pt x="0" y="102394"/>
                    <a:pt x="11192" y="107871"/>
                    <a:pt x="22860" y="107871"/>
                  </a:cubicBezTo>
                  <a:cubicBezTo>
                    <a:pt x="32861" y="107871"/>
                    <a:pt x="40957" y="102394"/>
                    <a:pt x="47387" y="91440"/>
                  </a:cubicBezTo>
                  <a:cubicBezTo>
                    <a:pt x="51911" y="102394"/>
                    <a:pt x="60484" y="107871"/>
                    <a:pt x="72866" y="107871"/>
                  </a:cubicBezTo>
                  <a:cubicBezTo>
                    <a:pt x="84296" y="107871"/>
                    <a:pt x="93821" y="102394"/>
                    <a:pt x="101441" y="91678"/>
                  </a:cubicBezTo>
                  <a:cubicBezTo>
                    <a:pt x="107871" y="82391"/>
                    <a:pt x="111204" y="75486"/>
                    <a:pt x="111204" y="70961"/>
                  </a:cubicBezTo>
                  <a:cubicBezTo>
                    <a:pt x="111204" y="68818"/>
                    <a:pt x="110014" y="67628"/>
                    <a:pt x="107632" y="67628"/>
                  </a:cubicBezTo>
                  <a:cubicBezTo>
                    <a:pt x="105489" y="67628"/>
                    <a:pt x="104299" y="68818"/>
                    <a:pt x="103584" y="70961"/>
                  </a:cubicBezTo>
                  <a:cubicBezTo>
                    <a:pt x="99536" y="84534"/>
                    <a:pt x="88821" y="100965"/>
                    <a:pt x="73342" y="100965"/>
                  </a:cubicBezTo>
                  <a:cubicBezTo>
                    <a:pt x="65484" y="100965"/>
                    <a:pt x="61436" y="96203"/>
                    <a:pt x="61436" y="86439"/>
                  </a:cubicBezTo>
                  <a:cubicBezTo>
                    <a:pt x="61436" y="83344"/>
                    <a:pt x="62627" y="76676"/>
                    <a:pt x="65246" y="65961"/>
                  </a:cubicBezTo>
                  <a:lnTo>
                    <a:pt x="73342" y="33814"/>
                  </a:lnTo>
                  <a:cubicBezTo>
                    <a:pt x="77867" y="15954"/>
                    <a:pt x="85249" y="6906"/>
                    <a:pt x="95726" y="6906"/>
                  </a:cubicBezTo>
                  <a:cubicBezTo>
                    <a:pt x="99060" y="6906"/>
                    <a:pt x="102156" y="7620"/>
                    <a:pt x="104775" y="8811"/>
                  </a:cubicBezTo>
                  <a:cubicBezTo>
                    <a:pt x="98346" y="10954"/>
                    <a:pt x="95250" y="15240"/>
                    <a:pt x="95250" y="21669"/>
                  </a:cubicBezTo>
                  <a:cubicBezTo>
                    <a:pt x="95250" y="27861"/>
                    <a:pt x="98584" y="30956"/>
                    <a:pt x="105013" y="30956"/>
                  </a:cubicBezTo>
                  <a:cubicBezTo>
                    <a:pt x="112633" y="30956"/>
                    <a:pt x="118586" y="24051"/>
                    <a:pt x="118586" y="1643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28" name="MathGlyph 228"/>
            <p:cNvSpPr/>
            <p:nvPr/>
          </p:nvSpPr>
          <p:spPr>
            <a:xfrm>
              <a:off x="4092711" y="1387935"/>
              <a:ext cx="158591" cy="158591"/>
            </a:xfrm>
            <a:custGeom>
              <a:avLst/>
              <a:gdLst/>
              <a:ahLst/>
              <a:cxnLst/>
              <a:rect l="l" t="t" r="r" b="b"/>
              <a:pathLst>
                <a:path w="158591" h="158591">
                  <a:moveTo>
                    <a:pt x="152876" y="73581"/>
                  </a:moveTo>
                  <a:lnTo>
                    <a:pt x="85011" y="73581"/>
                  </a:lnTo>
                  <a:lnTo>
                    <a:pt x="85011" y="5715"/>
                  </a:lnTo>
                  <a:cubicBezTo>
                    <a:pt x="85011" y="1905"/>
                    <a:pt x="83106" y="0"/>
                    <a:pt x="79296" y="0"/>
                  </a:cubicBezTo>
                  <a:cubicBezTo>
                    <a:pt x="75486" y="0"/>
                    <a:pt x="73581" y="1905"/>
                    <a:pt x="73581" y="5715"/>
                  </a:cubicBezTo>
                  <a:lnTo>
                    <a:pt x="73581" y="73581"/>
                  </a:lnTo>
                  <a:lnTo>
                    <a:pt x="5715" y="73581"/>
                  </a:lnTo>
                  <a:cubicBezTo>
                    <a:pt x="1905" y="73581"/>
                    <a:pt x="0" y="75486"/>
                    <a:pt x="0" y="79296"/>
                  </a:cubicBezTo>
                  <a:cubicBezTo>
                    <a:pt x="0" y="83106"/>
                    <a:pt x="1905" y="85011"/>
                    <a:pt x="5715" y="85011"/>
                  </a:cubicBezTo>
                  <a:lnTo>
                    <a:pt x="73581" y="85011"/>
                  </a:lnTo>
                  <a:lnTo>
                    <a:pt x="73581" y="152876"/>
                  </a:lnTo>
                  <a:cubicBezTo>
                    <a:pt x="73581" y="156686"/>
                    <a:pt x="75486" y="158591"/>
                    <a:pt x="79296" y="158591"/>
                  </a:cubicBezTo>
                  <a:cubicBezTo>
                    <a:pt x="83106" y="158591"/>
                    <a:pt x="85011" y="156686"/>
                    <a:pt x="85011" y="152876"/>
                  </a:cubicBezTo>
                  <a:lnTo>
                    <a:pt x="85011" y="85011"/>
                  </a:lnTo>
                  <a:lnTo>
                    <a:pt x="152876" y="85011"/>
                  </a:lnTo>
                  <a:cubicBezTo>
                    <a:pt x="156686" y="85011"/>
                    <a:pt x="158591" y="83106"/>
                    <a:pt x="158591" y="79296"/>
                  </a:cubicBezTo>
                  <a:cubicBezTo>
                    <a:pt x="158591" y="76200"/>
                    <a:pt x="155972" y="73581"/>
                    <a:pt x="152876" y="7358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29" name="MathGlyph 229"/>
            <p:cNvSpPr/>
            <p:nvPr/>
          </p:nvSpPr>
          <p:spPr>
            <a:xfrm>
              <a:off x="4338742" y="1368170"/>
              <a:ext cx="78581" cy="158591"/>
            </a:xfrm>
            <a:custGeom>
              <a:avLst/>
              <a:gdLst/>
              <a:ahLst/>
              <a:cxnLst/>
              <a:rect l="l" t="t" r="r" b="b"/>
              <a:pathLst>
                <a:path w="78581" h="158591">
                  <a:moveTo>
                    <a:pt x="42862" y="0"/>
                  </a:moveTo>
                  <a:cubicBezTo>
                    <a:pt x="33099" y="10001"/>
                    <a:pt x="18812" y="15002"/>
                    <a:pt x="0" y="15002"/>
                  </a:cubicBezTo>
                  <a:lnTo>
                    <a:pt x="0" y="24289"/>
                  </a:lnTo>
                  <a:cubicBezTo>
                    <a:pt x="12382" y="24289"/>
                    <a:pt x="22622" y="22384"/>
                    <a:pt x="30480" y="18574"/>
                  </a:cubicBezTo>
                  <a:lnTo>
                    <a:pt x="30480" y="139065"/>
                  </a:lnTo>
                  <a:cubicBezTo>
                    <a:pt x="30480" y="143351"/>
                    <a:pt x="29527" y="146209"/>
                    <a:pt x="27384" y="147399"/>
                  </a:cubicBezTo>
                  <a:cubicBezTo>
                    <a:pt x="25241" y="148590"/>
                    <a:pt x="19288" y="149304"/>
                    <a:pt x="9763" y="149304"/>
                  </a:cubicBezTo>
                  <a:lnTo>
                    <a:pt x="1429" y="149304"/>
                  </a:lnTo>
                  <a:lnTo>
                    <a:pt x="1429" y="158591"/>
                  </a:lnTo>
                  <a:cubicBezTo>
                    <a:pt x="7382" y="158115"/>
                    <a:pt x="20241" y="157877"/>
                    <a:pt x="40005" y="157877"/>
                  </a:cubicBezTo>
                  <a:cubicBezTo>
                    <a:pt x="59769" y="157877"/>
                    <a:pt x="72628" y="158115"/>
                    <a:pt x="78581" y="158591"/>
                  </a:cubicBezTo>
                  <a:lnTo>
                    <a:pt x="78581" y="149304"/>
                  </a:lnTo>
                  <a:lnTo>
                    <a:pt x="70247" y="149304"/>
                  </a:lnTo>
                  <a:cubicBezTo>
                    <a:pt x="60484" y="149304"/>
                    <a:pt x="54531" y="148590"/>
                    <a:pt x="52626" y="147399"/>
                  </a:cubicBezTo>
                  <a:cubicBezTo>
                    <a:pt x="50721" y="146209"/>
                    <a:pt x="49530" y="143351"/>
                    <a:pt x="49530" y="139065"/>
                  </a:cubicBezTo>
                  <a:lnTo>
                    <a:pt x="49530" y="7144"/>
                  </a:lnTo>
                  <a:cubicBezTo>
                    <a:pt x="49530" y="1429"/>
                    <a:pt x="49054" y="0"/>
                    <a:pt x="4286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30" name="MathGlyph 230"/>
            <p:cNvSpPr/>
            <p:nvPr/>
          </p:nvSpPr>
          <p:spPr>
            <a:xfrm>
              <a:off x="4450184" y="1348644"/>
              <a:ext cx="55006" cy="237172"/>
            </a:xfrm>
            <a:custGeom>
              <a:avLst/>
              <a:gdLst/>
              <a:ahLst/>
              <a:cxnLst/>
              <a:rect l="l" t="t" r="r" b="b"/>
              <a:pathLst>
                <a:path w="55006" h="237172">
                  <a:moveTo>
                    <a:pt x="5001" y="236458"/>
                  </a:moveTo>
                  <a:cubicBezTo>
                    <a:pt x="19288" y="225504"/>
                    <a:pt x="31194" y="209312"/>
                    <a:pt x="40958" y="187642"/>
                  </a:cubicBezTo>
                  <a:cubicBezTo>
                    <a:pt x="50244" y="166926"/>
                    <a:pt x="55007" y="147399"/>
                    <a:pt x="55007" y="128588"/>
                  </a:cubicBezTo>
                  <a:lnTo>
                    <a:pt x="55007" y="108585"/>
                  </a:lnTo>
                  <a:cubicBezTo>
                    <a:pt x="55007" y="89773"/>
                    <a:pt x="50244" y="70247"/>
                    <a:pt x="40958" y="49530"/>
                  </a:cubicBezTo>
                  <a:cubicBezTo>
                    <a:pt x="31194" y="27861"/>
                    <a:pt x="19288" y="11668"/>
                    <a:pt x="5001" y="714"/>
                  </a:cubicBezTo>
                  <a:cubicBezTo>
                    <a:pt x="4286" y="238"/>
                    <a:pt x="3572" y="0"/>
                    <a:pt x="3334" y="0"/>
                  </a:cubicBezTo>
                  <a:cubicBezTo>
                    <a:pt x="1191" y="0"/>
                    <a:pt x="0" y="1191"/>
                    <a:pt x="0" y="3334"/>
                  </a:cubicBezTo>
                  <a:cubicBezTo>
                    <a:pt x="0" y="4286"/>
                    <a:pt x="476" y="5239"/>
                    <a:pt x="1191" y="5953"/>
                  </a:cubicBezTo>
                  <a:cubicBezTo>
                    <a:pt x="13573" y="15478"/>
                    <a:pt x="23574" y="31194"/>
                    <a:pt x="30956" y="52864"/>
                  </a:cubicBezTo>
                  <a:cubicBezTo>
                    <a:pt x="37386" y="71676"/>
                    <a:pt x="40719" y="90249"/>
                    <a:pt x="40719" y="108585"/>
                  </a:cubicBezTo>
                  <a:lnTo>
                    <a:pt x="40719" y="128588"/>
                  </a:lnTo>
                  <a:cubicBezTo>
                    <a:pt x="40719" y="146923"/>
                    <a:pt x="37386" y="165497"/>
                    <a:pt x="30956" y="184309"/>
                  </a:cubicBezTo>
                  <a:cubicBezTo>
                    <a:pt x="23574" y="205978"/>
                    <a:pt x="13573" y="221694"/>
                    <a:pt x="1191" y="231219"/>
                  </a:cubicBezTo>
                  <a:cubicBezTo>
                    <a:pt x="476" y="232172"/>
                    <a:pt x="0" y="233124"/>
                    <a:pt x="0" y="233839"/>
                  </a:cubicBezTo>
                  <a:cubicBezTo>
                    <a:pt x="0" y="235982"/>
                    <a:pt x="1191" y="237172"/>
                    <a:pt x="3334" y="237172"/>
                  </a:cubicBezTo>
                  <a:cubicBezTo>
                    <a:pt x="3572" y="237172"/>
                    <a:pt x="4286" y="236934"/>
                    <a:pt x="5001" y="236458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31" name="MathGlyph 231"/>
            <p:cNvSpPr/>
            <p:nvPr/>
          </p:nvSpPr>
          <p:spPr>
            <a:xfrm>
              <a:off x="4539410" y="1329642"/>
              <a:ext cx="74175" cy="110680"/>
            </a:xfrm>
            <a:custGeom>
              <a:avLst/>
              <a:gdLst/>
              <a:ahLst/>
              <a:cxnLst/>
              <a:rect l="l" t="t" r="r" b="b"/>
              <a:pathLst>
                <a:path w="74175" h="110680">
                  <a:moveTo>
                    <a:pt x="9668" y="40005"/>
                  </a:moveTo>
                  <a:cubicBezTo>
                    <a:pt x="15002" y="40005"/>
                    <a:pt x="19002" y="36005"/>
                    <a:pt x="19002" y="30670"/>
                  </a:cubicBezTo>
                  <a:cubicBezTo>
                    <a:pt x="19002" y="24670"/>
                    <a:pt x="15835" y="21503"/>
                    <a:pt x="9668" y="21336"/>
                  </a:cubicBezTo>
                  <a:cubicBezTo>
                    <a:pt x="13335" y="13502"/>
                    <a:pt x="21669" y="7168"/>
                    <a:pt x="32504" y="7168"/>
                  </a:cubicBezTo>
                  <a:cubicBezTo>
                    <a:pt x="47173" y="7168"/>
                    <a:pt x="56840" y="18169"/>
                    <a:pt x="56840" y="32837"/>
                  </a:cubicBezTo>
                  <a:cubicBezTo>
                    <a:pt x="56840" y="40838"/>
                    <a:pt x="54007" y="48506"/>
                    <a:pt x="48173" y="56007"/>
                  </a:cubicBezTo>
                  <a:cubicBezTo>
                    <a:pt x="45339" y="59841"/>
                    <a:pt x="43172" y="62508"/>
                    <a:pt x="41672" y="64008"/>
                  </a:cubicBezTo>
                  <a:lnTo>
                    <a:pt x="2167" y="103180"/>
                  </a:lnTo>
                  <a:cubicBezTo>
                    <a:pt x="0" y="105180"/>
                    <a:pt x="333" y="105680"/>
                    <a:pt x="333" y="110681"/>
                  </a:cubicBezTo>
                  <a:lnTo>
                    <a:pt x="69009" y="110681"/>
                  </a:lnTo>
                  <a:lnTo>
                    <a:pt x="74176" y="79343"/>
                  </a:lnTo>
                  <a:lnTo>
                    <a:pt x="67175" y="79343"/>
                  </a:lnTo>
                  <a:cubicBezTo>
                    <a:pt x="66008" y="88178"/>
                    <a:pt x="64675" y="93345"/>
                    <a:pt x="63175" y="94512"/>
                  </a:cubicBezTo>
                  <a:cubicBezTo>
                    <a:pt x="62341" y="95012"/>
                    <a:pt x="57174" y="95345"/>
                    <a:pt x="47339" y="95345"/>
                  </a:cubicBezTo>
                  <a:lnTo>
                    <a:pt x="19002" y="95345"/>
                  </a:lnTo>
                  <a:cubicBezTo>
                    <a:pt x="30170" y="85511"/>
                    <a:pt x="40505" y="76676"/>
                    <a:pt x="50340" y="68842"/>
                  </a:cubicBezTo>
                  <a:cubicBezTo>
                    <a:pt x="57841" y="63008"/>
                    <a:pt x="63175" y="57841"/>
                    <a:pt x="66508" y="53340"/>
                  </a:cubicBezTo>
                  <a:cubicBezTo>
                    <a:pt x="71509" y="46839"/>
                    <a:pt x="74009" y="40005"/>
                    <a:pt x="74009" y="32837"/>
                  </a:cubicBezTo>
                  <a:cubicBezTo>
                    <a:pt x="74009" y="22503"/>
                    <a:pt x="70009" y="14335"/>
                    <a:pt x="61841" y="8334"/>
                  </a:cubicBezTo>
                  <a:cubicBezTo>
                    <a:pt x="54674" y="2834"/>
                    <a:pt x="45672" y="0"/>
                    <a:pt x="35004" y="0"/>
                  </a:cubicBezTo>
                  <a:cubicBezTo>
                    <a:pt x="25837" y="0"/>
                    <a:pt x="18002" y="2667"/>
                    <a:pt x="11168" y="8001"/>
                  </a:cubicBezTo>
                  <a:cubicBezTo>
                    <a:pt x="4001" y="13835"/>
                    <a:pt x="333" y="21169"/>
                    <a:pt x="333" y="30170"/>
                  </a:cubicBezTo>
                  <a:cubicBezTo>
                    <a:pt x="333" y="35838"/>
                    <a:pt x="4501" y="40005"/>
                    <a:pt x="9668" y="4000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0" y="0"/>
            <a:ext cx="3508312" cy="19050"/>
          </a:xfrm>
          <a:custGeom>
            <a:avLst/>
            <a:gdLst/>
            <a:ahLst/>
            <a:cxnLst/>
            <a:rect l="l" t="t" r="r" b="b"/>
            <a:pathLst>
              <a:path w="3508312" h="19050">
                <a:moveTo>
                  <a:pt x="0" y="0"/>
                </a:moveTo>
                <a:lnTo>
                  <a:pt x="0" y="19050"/>
                </a:lnTo>
                <a:lnTo>
                  <a:pt x="3508313" y="19050"/>
                </a:lnTo>
                <a:lnTo>
                  <a:pt x="3508313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3508314" y="0"/>
            <a:ext cx="4510687" cy="19050"/>
          </a:xfrm>
          <a:custGeom>
            <a:avLst/>
            <a:gdLst/>
            <a:ahLst/>
            <a:cxnLst/>
            <a:rect l="l" t="t" r="r" b="b"/>
            <a:pathLst>
              <a:path w="4510687" h="19050">
                <a:moveTo>
                  <a:pt x="0" y="0"/>
                </a:moveTo>
                <a:lnTo>
                  <a:pt x="0" y="19050"/>
                </a:lnTo>
                <a:lnTo>
                  <a:pt x="4510688" y="19050"/>
                </a:lnTo>
                <a:lnTo>
                  <a:pt x="4510688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2" name="Freeform 102"/>
          <p:cNvSpPr/>
          <p:nvPr/>
        </p:nvSpPr>
        <p:spPr>
          <a:xfrm>
            <a:off x="476250" y="918686"/>
            <a:ext cx="1349999" cy="1349999"/>
          </a:xfrm>
          <a:custGeom>
            <a:avLst/>
            <a:gdLst/>
            <a:ahLst/>
            <a:cxnLst/>
            <a:rect l="l" t="t" r="r" b="b"/>
            <a:pathLst>
              <a:path w="1349999" h="1349999">
                <a:moveTo>
                  <a:pt x="0" y="0"/>
                </a:moveTo>
                <a:moveTo>
                  <a:pt x="0" y="0"/>
                </a:moveTo>
                <a:lnTo>
                  <a:pt x="0" y="1350000"/>
                </a:lnTo>
                <a:lnTo>
                  <a:pt x="1350000" y="1350000"/>
                </a:lnTo>
                <a:lnTo>
                  <a:pt x="1350000" y="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</a:ln>
        </p:spPr>
      </p:sp>
      <p:sp>
        <p:nvSpPr>
          <p:cNvPr id="103" name="Freeform 103"/>
          <p:cNvSpPr/>
          <p:nvPr/>
        </p:nvSpPr>
        <p:spPr>
          <a:xfrm>
            <a:off x="0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4" name="Freeform 104"/>
          <p:cNvSpPr/>
          <p:nvPr/>
        </p:nvSpPr>
        <p:spPr>
          <a:xfrm>
            <a:off x="2004745" y="4367812"/>
            <a:ext cx="4009500" cy="142875"/>
          </a:xfrm>
          <a:custGeom>
            <a:avLst/>
            <a:gdLst/>
            <a:ahLst/>
            <a:cxnLst/>
            <a:rect l="l" t="t" r="r" b="b"/>
            <a:pathLst>
              <a:path w="4009500" h="142875">
                <a:moveTo>
                  <a:pt x="0" y="0"/>
                </a:moveTo>
                <a:lnTo>
                  <a:pt x="0" y="142875"/>
                </a:lnTo>
                <a:lnTo>
                  <a:pt x="4009500" y="142875"/>
                </a:lnTo>
                <a:lnTo>
                  <a:pt x="4009500" y="0"/>
                </a:lnTo>
                <a:close/>
              </a:path>
            </a:pathLst>
          </a:custGeom>
          <a:solidFill>
            <a:srgbClr val="176B87"/>
          </a:solidFill>
        </p:spPr>
      </p:sp>
      <p:sp>
        <p:nvSpPr>
          <p:cNvPr id="105" name="Freeform 105"/>
          <p:cNvSpPr/>
          <p:nvPr/>
        </p:nvSpPr>
        <p:spPr>
          <a:xfrm>
            <a:off x="6014246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6" name="TextBox 105"/>
          <p:cNvSpPr txBox="1"/>
          <p:nvPr/>
        </p:nvSpPr>
        <p:spPr>
          <a:xfrm>
            <a:off x="119062" y="57588"/>
            <a:ext cx="2623185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32">
                <a:solidFill>
                  <a:srgbClr val="04364A"/>
                </a:solidFill>
                <a:latin typeface="Arial"/>
              </a:rPr>
              <a:t>1.5</a:t>
            </a:r>
            <a:r>
              <a:rPr b="1" i="0" sz="2232">
                <a:solidFill>
                  <a:srgbClr val="04364A"/>
                </a:solidFill>
                <a:latin typeface="Arial"/>
              </a:rPr>
              <a:t> CeTZ Animation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222101" y="76285"/>
            <a:ext cx="1677839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A7B9C0"/>
                </a:solidFill>
                <a:latin typeface="Arial"/>
              </a:rPr>
              <a:t>1.</a:t>
            </a:r>
            <a:r>
              <a:rPr b="0" i="0" sz="1860">
                <a:solidFill>
                  <a:srgbClr val="A7B9C0"/>
                </a:solidFill>
                <a:latin typeface="Arial"/>
              </a:rPr>
              <a:t> Animation</a:t>
            </a:r>
            <a:r>
              <a:rPr b="0" i="0" sz="1874">
                <a:solidFill>
                  <a:srgbClr val="A7B9C0"/>
                </a:solidFill>
                <a:latin typeface="Consolas"/>
              </a:rPr>
              <a:t> 🏫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6250" y="443960"/>
            <a:ext cx="2816771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CeTZ Animation in Touying: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44638" y="4394996"/>
            <a:ext cx="31546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Authors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919242" y="4394996"/>
            <a:ext cx="18050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744">
                <a:solidFill>
                  <a:srgbClr val="FFFFFF"/>
                </a:solidFill>
                <a:latin typeface="Arial"/>
              </a:rPr>
              <a:t>Title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81505" y="4394996"/>
            <a:ext cx="4187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2026-04-15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40479" y="4394996"/>
            <a:ext cx="21125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744">
                <a:solidFill>
                  <a:srgbClr val="FFFFFF"/>
                </a:solidFill>
                <a:latin typeface="Arial"/>
              </a:rPr>
              <a:t>7 / </a:t>
            </a:r>
            <a:r>
              <a:rPr b="0" i="0" sz="744">
                <a:solidFill>
                  <a:srgbClr val="FFFFFF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0" y="0"/>
            <a:ext cx="3508312" cy="19050"/>
          </a:xfrm>
          <a:custGeom>
            <a:avLst/>
            <a:gdLst/>
            <a:ahLst/>
            <a:cxnLst/>
            <a:rect l="l" t="t" r="r" b="b"/>
            <a:pathLst>
              <a:path w="3508312" h="19050">
                <a:moveTo>
                  <a:pt x="0" y="0"/>
                </a:moveTo>
                <a:lnTo>
                  <a:pt x="0" y="19050"/>
                </a:lnTo>
                <a:lnTo>
                  <a:pt x="3508313" y="19050"/>
                </a:lnTo>
                <a:lnTo>
                  <a:pt x="3508313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3508314" y="0"/>
            <a:ext cx="4510687" cy="19050"/>
          </a:xfrm>
          <a:custGeom>
            <a:avLst/>
            <a:gdLst/>
            <a:ahLst/>
            <a:cxnLst/>
            <a:rect l="l" t="t" r="r" b="b"/>
            <a:pathLst>
              <a:path w="4510687" h="19050">
                <a:moveTo>
                  <a:pt x="0" y="0"/>
                </a:moveTo>
                <a:lnTo>
                  <a:pt x="0" y="19050"/>
                </a:lnTo>
                <a:lnTo>
                  <a:pt x="4510688" y="19050"/>
                </a:lnTo>
                <a:lnTo>
                  <a:pt x="4510688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2" name="Freeform 102"/>
          <p:cNvSpPr/>
          <p:nvPr/>
        </p:nvSpPr>
        <p:spPr>
          <a:xfrm>
            <a:off x="476250" y="918686"/>
            <a:ext cx="1349999" cy="1349999"/>
          </a:xfrm>
          <a:custGeom>
            <a:avLst/>
            <a:gdLst/>
            <a:ahLst/>
            <a:cxnLst/>
            <a:rect l="l" t="t" r="r" b="b"/>
            <a:pathLst>
              <a:path w="1349999" h="1349999">
                <a:moveTo>
                  <a:pt x="0" y="0"/>
                </a:moveTo>
                <a:moveTo>
                  <a:pt x="0" y="0"/>
                </a:moveTo>
                <a:lnTo>
                  <a:pt x="0" y="1350000"/>
                </a:lnTo>
                <a:lnTo>
                  <a:pt x="1350000" y="1350000"/>
                </a:lnTo>
                <a:lnTo>
                  <a:pt x="1350000" y="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</a:ln>
        </p:spPr>
      </p:sp>
      <p:sp>
        <p:nvSpPr>
          <p:cNvPr id="103" name="Freeform 103"/>
          <p:cNvSpPr/>
          <p:nvPr/>
        </p:nvSpPr>
        <p:spPr>
          <a:xfrm>
            <a:off x="476250" y="1998687"/>
            <a:ext cx="270000" cy="270000"/>
          </a:xfrm>
          <a:custGeom>
            <a:avLst/>
            <a:gdLst/>
            <a:ahLst/>
            <a:cxnLst/>
            <a:rect l="l" t="t" r="r" b="b"/>
            <a:pathLst>
              <a:path w="270000" h="270000">
                <a:moveTo>
                  <a:pt x="0" y="0"/>
                </a:moveTo>
                <a:moveTo>
                  <a:pt x="0" y="0"/>
                </a:moveTo>
                <a:lnTo>
                  <a:pt x="0" y="270000"/>
                </a:lnTo>
                <a:lnTo>
                  <a:pt x="270000" y="270000"/>
                </a:lnTo>
                <a:lnTo>
                  <a:pt x="270000" y="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</a:ln>
        </p:spPr>
      </p:sp>
      <p:sp>
        <p:nvSpPr>
          <p:cNvPr id="104" name="Freeform 104"/>
          <p:cNvSpPr/>
          <p:nvPr/>
        </p:nvSpPr>
        <p:spPr>
          <a:xfrm>
            <a:off x="746245" y="1728682"/>
            <a:ext cx="270000" cy="270000"/>
          </a:xfrm>
          <a:custGeom>
            <a:avLst/>
            <a:gdLst/>
            <a:ahLst/>
            <a:cxnLst/>
            <a:rect l="l" t="t" r="r" b="b"/>
            <a:pathLst>
              <a:path w="270000" h="270000">
                <a:moveTo>
                  <a:pt x="0" y="0"/>
                </a:moveTo>
                <a:moveTo>
                  <a:pt x="0" y="0"/>
                </a:moveTo>
                <a:lnTo>
                  <a:pt x="0" y="270000"/>
                </a:lnTo>
                <a:lnTo>
                  <a:pt x="270000" y="270000"/>
                </a:lnTo>
                <a:lnTo>
                  <a:pt x="270000" y="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</a:ln>
        </p:spPr>
      </p:sp>
      <p:sp>
        <p:nvSpPr>
          <p:cNvPr id="105" name="Freeform 105"/>
          <p:cNvSpPr/>
          <p:nvPr/>
        </p:nvSpPr>
        <p:spPr>
          <a:xfrm>
            <a:off x="1016250" y="1458687"/>
            <a:ext cx="270000" cy="270000"/>
          </a:xfrm>
          <a:custGeom>
            <a:avLst/>
            <a:gdLst/>
            <a:ahLst/>
            <a:cxnLst/>
            <a:rect l="l" t="t" r="r" b="b"/>
            <a:pathLst>
              <a:path w="270000" h="270000">
                <a:moveTo>
                  <a:pt x="0" y="0"/>
                </a:moveTo>
                <a:moveTo>
                  <a:pt x="0" y="0"/>
                </a:moveTo>
                <a:lnTo>
                  <a:pt x="0" y="270000"/>
                </a:lnTo>
                <a:lnTo>
                  <a:pt x="270000" y="270000"/>
                </a:lnTo>
                <a:lnTo>
                  <a:pt x="270000" y="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</a:ln>
        </p:spPr>
      </p:sp>
      <p:sp>
        <p:nvSpPr>
          <p:cNvPr id="106" name="Freeform 106"/>
          <p:cNvSpPr/>
          <p:nvPr/>
        </p:nvSpPr>
        <p:spPr>
          <a:xfrm>
            <a:off x="0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7" name="Freeform 107"/>
          <p:cNvSpPr/>
          <p:nvPr/>
        </p:nvSpPr>
        <p:spPr>
          <a:xfrm>
            <a:off x="2004745" y="4367812"/>
            <a:ext cx="4009500" cy="142875"/>
          </a:xfrm>
          <a:custGeom>
            <a:avLst/>
            <a:gdLst/>
            <a:ahLst/>
            <a:cxnLst/>
            <a:rect l="l" t="t" r="r" b="b"/>
            <a:pathLst>
              <a:path w="4009500" h="142875">
                <a:moveTo>
                  <a:pt x="0" y="0"/>
                </a:moveTo>
                <a:lnTo>
                  <a:pt x="0" y="142875"/>
                </a:lnTo>
                <a:lnTo>
                  <a:pt x="4009500" y="142875"/>
                </a:lnTo>
                <a:lnTo>
                  <a:pt x="4009500" y="0"/>
                </a:lnTo>
                <a:close/>
              </a:path>
            </a:pathLst>
          </a:custGeom>
          <a:solidFill>
            <a:srgbClr val="176B87"/>
          </a:solidFill>
        </p:spPr>
      </p:sp>
      <p:sp>
        <p:nvSpPr>
          <p:cNvPr id="108" name="Freeform 108"/>
          <p:cNvSpPr/>
          <p:nvPr/>
        </p:nvSpPr>
        <p:spPr>
          <a:xfrm>
            <a:off x="6014246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9" name="TextBox 108"/>
          <p:cNvSpPr txBox="1"/>
          <p:nvPr/>
        </p:nvSpPr>
        <p:spPr>
          <a:xfrm>
            <a:off x="119062" y="57588"/>
            <a:ext cx="2623185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32">
                <a:solidFill>
                  <a:srgbClr val="04364A"/>
                </a:solidFill>
                <a:latin typeface="Arial"/>
              </a:rPr>
              <a:t>1.5</a:t>
            </a:r>
            <a:r>
              <a:rPr b="1" i="0" sz="2232">
                <a:solidFill>
                  <a:srgbClr val="04364A"/>
                </a:solidFill>
                <a:latin typeface="Arial"/>
              </a:rPr>
              <a:t> CeTZ Animation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22101" y="76285"/>
            <a:ext cx="1677839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A7B9C0"/>
                </a:solidFill>
                <a:latin typeface="Arial"/>
              </a:rPr>
              <a:t>1.</a:t>
            </a:r>
            <a:r>
              <a:rPr b="0" i="0" sz="1860">
                <a:solidFill>
                  <a:srgbClr val="A7B9C0"/>
                </a:solidFill>
                <a:latin typeface="Arial"/>
              </a:rPr>
              <a:t> Animation</a:t>
            </a:r>
            <a:r>
              <a:rPr b="0" i="0" sz="1874">
                <a:solidFill>
                  <a:srgbClr val="A7B9C0"/>
                </a:solidFill>
                <a:latin typeface="Consolas"/>
              </a:rPr>
              <a:t> 🏫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76250" y="443960"/>
            <a:ext cx="2816771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CeTZ Animation in Touying: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44638" y="4394996"/>
            <a:ext cx="31546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Authors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919242" y="4394996"/>
            <a:ext cx="18050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744">
                <a:solidFill>
                  <a:srgbClr val="FFFFFF"/>
                </a:solidFill>
                <a:latin typeface="Arial"/>
              </a:rPr>
              <a:t>Title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81505" y="4394996"/>
            <a:ext cx="4187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2026-04-15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340479" y="4394996"/>
            <a:ext cx="21125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744">
                <a:solidFill>
                  <a:srgbClr val="FFFFFF"/>
                </a:solidFill>
                <a:latin typeface="Arial"/>
              </a:rPr>
              <a:t>7 / </a:t>
            </a:r>
            <a:r>
              <a:rPr b="0" i="0" sz="744">
                <a:solidFill>
                  <a:srgbClr val="FFFFFF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0" y="0"/>
            <a:ext cx="3508312" cy="19050"/>
          </a:xfrm>
          <a:custGeom>
            <a:avLst/>
            <a:gdLst/>
            <a:ahLst/>
            <a:cxnLst/>
            <a:rect l="l" t="t" r="r" b="b"/>
            <a:pathLst>
              <a:path w="3508312" h="19050">
                <a:moveTo>
                  <a:pt x="0" y="0"/>
                </a:moveTo>
                <a:lnTo>
                  <a:pt x="0" y="19050"/>
                </a:lnTo>
                <a:lnTo>
                  <a:pt x="3508313" y="19050"/>
                </a:lnTo>
                <a:lnTo>
                  <a:pt x="3508313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3508314" y="0"/>
            <a:ext cx="4510687" cy="19050"/>
          </a:xfrm>
          <a:custGeom>
            <a:avLst/>
            <a:gdLst/>
            <a:ahLst/>
            <a:cxnLst/>
            <a:rect l="l" t="t" r="r" b="b"/>
            <a:pathLst>
              <a:path w="4510687" h="19050">
                <a:moveTo>
                  <a:pt x="0" y="0"/>
                </a:moveTo>
                <a:lnTo>
                  <a:pt x="0" y="19050"/>
                </a:lnTo>
                <a:lnTo>
                  <a:pt x="4510688" y="19050"/>
                </a:lnTo>
                <a:lnTo>
                  <a:pt x="4510688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2" name="Freeform 102"/>
          <p:cNvSpPr/>
          <p:nvPr/>
        </p:nvSpPr>
        <p:spPr>
          <a:xfrm>
            <a:off x="476250" y="918686"/>
            <a:ext cx="1349999" cy="1349999"/>
          </a:xfrm>
          <a:custGeom>
            <a:avLst/>
            <a:gdLst/>
            <a:ahLst/>
            <a:cxnLst/>
            <a:rect l="l" t="t" r="r" b="b"/>
            <a:pathLst>
              <a:path w="1349999" h="1349999">
                <a:moveTo>
                  <a:pt x="0" y="0"/>
                </a:moveTo>
                <a:moveTo>
                  <a:pt x="0" y="0"/>
                </a:moveTo>
                <a:lnTo>
                  <a:pt x="0" y="1350000"/>
                </a:lnTo>
                <a:lnTo>
                  <a:pt x="1350000" y="1350000"/>
                </a:lnTo>
                <a:lnTo>
                  <a:pt x="1350000" y="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</a:ln>
        </p:spPr>
      </p:sp>
      <p:sp>
        <p:nvSpPr>
          <p:cNvPr id="103" name="Freeform 103"/>
          <p:cNvSpPr/>
          <p:nvPr/>
        </p:nvSpPr>
        <p:spPr>
          <a:xfrm>
            <a:off x="476250" y="1998687"/>
            <a:ext cx="270000" cy="270000"/>
          </a:xfrm>
          <a:custGeom>
            <a:avLst/>
            <a:gdLst/>
            <a:ahLst/>
            <a:cxnLst/>
            <a:rect l="l" t="t" r="r" b="b"/>
            <a:pathLst>
              <a:path w="270000" h="270000">
                <a:moveTo>
                  <a:pt x="0" y="0"/>
                </a:moveTo>
                <a:moveTo>
                  <a:pt x="0" y="0"/>
                </a:moveTo>
                <a:lnTo>
                  <a:pt x="0" y="270000"/>
                </a:lnTo>
                <a:lnTo>
                  <a:pt x="270000" y="270000"/>
                </a:lnTo>
                <a:lnTo>
                  <a:pt x="270000" y="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</a:ln>
        </p:spPr>
      </p:sp>
      <p:sp>
        <p:nvSpPr>
          <p:cNvPr id="104" name="Freeform 104"/>
          <p:cNvSpPr/>
          <p:nvPr/>
        </p:nvSpPr>
        <p:spPr>
          <a:xfrm>
            <a:off x="746245" y="1728682"/>
            <a:ext cx="270000" cy="270000"/>
          </a:xfrm>
          <a:custGeom>
            <a:avLst/>
            <a:gdLst/>
            <a:ahLst/>
            <a:cxnLst/>
            <a:rect l="l" t="t" r="r" b="b"/>
            <a:pathLst>
              <a:path w="270000" h="270000">
                <a:moveTo>
                  <a:pt x="0" y="0"/>
                </a:moveTo>
                <a:moveTo>
                  <a:pt x="0" y="0"/>
                </a:moveTo>
                <a:lnTo>
                  <a:pt x="0" y="270000"/>
                </a:lnTo>
                <a:lnTo>
                  <a:pt x="270000" y="270000"/>
                </a:lnTo>
                <a:lnTo>
                  <a:pt x="270000" y="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</a:ln>
        </p:spPr>
      </p:sp>
      <p:sp>
        <p:nvSpPr>
          <p:cNvPr id="105" name="Freeform 105"/>
          <p:cNvSpPr/>
          <p:nvPr/>
        </p:nvSpPr>
        <p:spPr>
          <a:xfrm>
            <a:off x="1016250" y="1458687"/>
            <a:ext cx="270000" cy="270000"/>
          </a:xfrm>
          <a:custGeom>
            <a:avLst/>
            <a:gdLst/>
            <a:ahLst/>
            <a:cxnLst/>
            <a:rect l="l" t="t" r="r" b="b"/>
            <a:pathLst>
              <a:path w="270000" h="270000">
                <a:moveTo>
                  <a:pt x="0" y="0"/>
                </a:moveTo>
                <a:moveTo>
                  <a:pt x="0" y="0"/>
                </a:moveTo>
                <a:lnTo>
                  <a:pt x="0" y="270000"/>
                </a:lnTo>
                <a:lnTo>
                  <a:pt x="270000" y="270000"/>
                </a:lnTo>
                <a:lnTo>
                  <a:pt x="270000" y="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</a:ln>
        </p:spPr>
      </p:sp>
      <p:sp>
        <p:nvSpPr>
          <p:cNvPr id="106" name="Freeform 106"/>
          <p:cNvSpPr/>
          <p:nvPr/>
        </p:nvSpPr>
        <p:spPr>
          <a:xfrm>
            <a:off x="476250" y="1593684"/>
            <a:ext cx="674999" cy="674999"/>
          </a:xfrm>
          <a:custGeom>
            <a:avLst/>
            <a:gdLst/>
            <a:ahLst/>
            <a:cxnLst/>
            <a:rect l="l" t="t" r="r" b="b"/>
            <a:pathLst>
              <a:path w="674999" h="674999">
                <a:moveTo>
                  <a:pt x="0" y="0"/>
                </a:moveTo>
                <a:moveTo>
                  <a:pt x="0" y="675000"/>
                </a:moveTo>
                <a:lnTo>
                  <a:pt x="675000" y="0"/>
                </a:lnTo>
              </a:path>
            </a:pathLst>
          </a:custGeom>
          <a:noFill/>
          <a:ln w="9525">
            <a:solidFill>
              <a:srgbClr val="000000"/>
            </a:solidFill>
          </a:ln>
        </p:spPr>
      </p:sp>
      <p:sp>
        <p:nvSpPr>
          <p:cNvPr id="107" name="Freeform 107"/>
          <p:cNvSpPr/>
          <p:nvPr/>
        </p:nvSpPr>
        <p:spPr>
          <a:xfrm>
            <a:off x="0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8" name="Freeform 108"/>
          <p:cNvSpPr/>
          <p:nvPr/>
        </p:nvSpPr>
        <p:spPr>
          <a:xfrm>
            <a:off x="2004745" y="4367812"/>
            <a:ext cx="4009500" cy="142875"/>
          </a:xfrm>
          <a:custGeom>
            <a:avLst/>
            <a:gdLst/>
            <a:ahLst/>
            <a:cxnLst/>
            <a:rect l="l" t="t" r="r" b="b"/>
            <a:pathLst>
              <a:path w="4009500" h="142875">
                <a:moveTo>
                  <a:pt x="0" y="0"/>
                </a:moveTo>
                <a:lnTo>
                  <a:pt x="0" y="142875"/>
                </a:lnTo>
                <a:lnTo>
                  <a:pt x="4009500" y="142875"/>
                </a:lnTo>
                <a:lnTo>
                  <a:pt x="4009500" y="0"/>
                </a:lnTo>
                <a:close/>
              </a:path>
            </a:pathLst>
          </a:custGeom>
          <a:solidFill>
            <a:srgbClr val="176B87"/>
          </a:solidFill>
        </p:spPr>
      </p:sp>
      <p:sp>
        <p:nvSpPr>
          <p:cNvPr id="109" name="Freeform 109"/>
          <p:cNvSpPr/>
          <p:nvPr/>
        </p:nvSpPr>
        <p:spPr>
          <a:xfrm>
            <a:off x="6014246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10" name="TextBox 109"/>
          <p:cNvSpPr txBox="1"/>
          <p:nvPr/>
        </p:nvSpPr>
        <p:spPr>
          <a:xfrm>
            <a:off x="119062" y="57588"/>
            <a:ext cx="2623185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32">
                <a:solidFill>
                  <a:srgbClr val="04364A"/>
                </a:solidFill>
                <a:latin typeface="Arial"/>
              </a:rPr>
              <a:t>1.5</a:t>
            </a:r>
            <a:r>
              <a:rPr b="1" i="0" sz="2232">
                <a:solidFill>
                  <a:srgbClr val="04364A"/>
                </a:solidFill>
                <a:latin typeface="Arial"/>
              </a:rPr>
              <a:t> CeTZ Animation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222101" y="76285"/>
            <a:ext cx="1677839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A7B9C0"/>
                </a:solidFill>
                <a:latin typeface="Arial"/>
              </a:rPr>
              <a:t>1.</a:t>
            </a:r>
            <a:r>
              <a:rPr b="0" i="0" sz="1860">
                <a:solidFill>
                  <a:srgbClr val="A7B9C0"/>
                </a:solidFill>
                <a:latin typeface="Arial"/>
              </a:rPr>
              <a:t> Animation</a:t>
            </a:r>
            <a:r>
              <a:rPr b="0" i="0" sz="1874">
                <a:solidFill>
                  <a:srgbClr val="A7B9C0"/>
                </a:solidFill>
                <a:latin typeface="Consolas"/>
              </a:rPr>
              <a:t> 🏫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76250" y="443960"/>
            <a:ext cx="2816771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CeTZ Animation in Touying: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4638" y="4394996"/>
            <a:ext cx="31546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Authors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919242" y="4394996"/>
            <a:ext cx="18050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744">
                <a:solidFill>
                  <a:srgbClr val="FFFFFF"/>
                </a:solidFill>
                <a:latin typeface="Arial"/>
              </a:rPr>
              <a:t>Title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481505" y="4394996"/>
            <a:ext cx="4187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2026-04-15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340479" y="4394996"/>
            <a:ext cx="21125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744">
                <a:solidFill>
                  <a:srgbClr val="FFFFFF"/>
                </a:solidFill>
                <a:latin typeface="Arial"/>
              </a:rPr>
              <a:t>7 / </a:t>
            </a:r>
            <a:r>
              <a:rPr b="0" i="0" sz="744">
                <a:solidFill>
                  <a:srgbClr val="FFFFFF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0" y="0"/>
            <a:ext cx="4009500" cy="19050"/>
          </a:xfrm>
          <a:custGeom>
            <a:avLst/>
            <a:gdLst/>
            <a:ahLst/>
            <a:cxnLst/>
            <a:rect l="l" t="t" r="r" b="b"/>
            <a:pathLst>
              <a:path w="4009500" h="19050">
                <a:moveTo>
                  <a:pt x="0" y="0"/>
                </a:moveTo>
                <a:lnTo>
                  <a:pt x="0" y="19050"/>
                </a:lnTo>
                <a:lnTo>
                  <a:pt x="4009500" y="19050"/>
                </a:lnTo>
                <a:lnTo>
                  <a:pt x="400950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4009501" y="0"/>
            <a:ext cx="4009500" cy="19050"/>
          </a:xfrm>
          <a:custGeom>
            <a:avLst/>
            <a:gdLst/>
            <a:ahLst/>
            <a:cxnLst/>
            <a:rect l="l" t="t" r="r" b="b"/>
            <a:pathLst>
              <a:path w="4009500" h="19050">
                <a:moveTo>
                  <a:pt x="0" y="0"/>
                </a:moveTo>
                <a:lnTo>
                  <a:pt x="0" y="19050"/>
                </a:lnTo>
                <a:lnTo>
                  <a:pt x="4009500" y="19050"/>
                </a:lnTo>
                <a:lnTo>
                  <a:pt x="400950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2" name="Freeform 102"/>
          <p:cNvSpPr/>
          <p:nvPr/>
        </p:nvSpPr>
        <p:spPr>
          <a:xfrm>
            <a:off x="1097327" y="2297172"/>
            <a:ext cx="935790" cy="9525"/>
          </a:xfrm>
          <a:custGeom>
            <a:avLst/>
            <a:gdLst/>
            <a:ahLst/>
            <a:cxnLst/>
            <a:rect l="l" t="t" r="r" b="b"/>
            <a:pathLst>
              <a:path w="935790" h="9525">
                <a:moveTo>
                  <a:pt x="0" y="0"/>
                </a:moveTo>
                <a:moveTo>
                  <a:pt x="0" y="0"/>
                </a:moveTo>
                <a:lnTo>
                  <a:pt x="935790" y="0"/>
                </a:lnTo>
              </a:path>
            </a:pathLst>
          </a:custGeom>
          <a:noFill/>
          <a:ln w="11430">
            <a:solidFill>
              <a:srgbClr val="000000"/>
            </a:solidFill>
          </a:ln>
        </p:spPr>
      </p:sp>
      <p:sp>
        <p:nvSpPr>
          <p:cNvPr id="103" name="Freeform 103"/>
          <p:cNvSpPr/>
          <p:nvPr/>
        </p:nvSpPr>
        <p:spPr>
          <a:xfrm>
            <a:off x="1942423" y="2258082"/>
            <a:ext cx="107406" cy="78185"/>
          </a:xfrm>
          <a:custGeom>
            <a:avLst/>
            <a:gdLst/>
            <a:ahLst/>
            <a:cxnLst/>
            <a:rect l="l" t="t" r="r" b="b"/>
            <a:pathLst>
              <a:path w="107406" h="78185">
                <a:moveTo>
                  <a:pt x="0" y="0"/>
                </a:moveTo>
                <a:moveTo>
                  <a:pt x="0" y="78186"/>
                </a:moveTo>
                <a:lnTo>
                  <a:pt x="107407" y="39093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</p:spPr>
      </p:sp>
      <p:sp>
        <p:nvSpPr>
          <p:cNvPr id="104" name="Freeform 104"/>
          <p:cNvSpPr/>
          <p:nvPr/>
        </p:nvSpPr>
        <p:spPr>
          <a:xfrm>
            <a:off x="476250" y="2157374"/>
            <a:ext cx="1242156" cy="279610"/>
          </a:xfrm>
          <a:custGeom>
            <a:avLst/>
            <a:gdLst/>
            <a:ahLst/>
            <a:cxnLst/>
            <a:rect l="l" t="t" r="r" b="b"/>
            <a:pathLst>
              <a:path w="1242156" h="279610">
                <a:moveTo>
                  <a:pt x="0" y="0"/>
                </a:moveTo>
                <a:moveTo>
                  <a:pt x="0" y="0"/>
                </a:moveTo>
                <a:lnTo>
                  <a:pt x="1242157" y="0"/>
                </a:lnTo>
                <a:lnTo>
                  <a:pt x="1242157" y="279611"/>
                </a:lnTo>
                <a:lnTo>
                  <a:pt x="0" y="279611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105" name="Freeform 105"/>
          <p:cNvSpPr/>
          <p:nvPr/>
        </p:nvSpPr>
        <p:spPr>
          <a:xfrm>
            <a:off x="476250" y="2157374"/>
            <a:ext cx="1242156" cy="239985"/>
          </a:xfrm>
          <a:custGeom>
            <a:avLst/>
            <a:gdLst/>
            <a:ahLst/>
            <a:cxnLst/>
            <a:rect l="l" t="t" r="r" b="b"/>
            <a:pathLst>
              <a:path w="1242156" h="239985">
                <a:moveTo>
                  <a:pt x="0" y="0"/>
                </a:moveTo>
                <a:moveTo>
                  <a:pt x="0" y="47625"/>
                </a:moveTo>
                <a:cubicBezTo>
                  <a:pt x="0" y="21322"/>
                  <a:pt x="21322" y="0"/>
                  <a:pt x="47625" y="0"/>
                </a:cubicBezTo>
                <a:lnTo>
                  <a:pt x="1194532" y="0"/>
                </a:lnTo>
                <a:cubicBezTo>
                  <a:pt x="1220834" y="0"/>
                  <a:pt x="1242157" y="21322"/>
                  <a:pt x="1242157" y="47625"/>
                </a:cubicBezTo>
                <a:lnTo>
                  <a:pt x="1242157" y="192360"/>
                </a:lnTo>
                <a:cubicBezTo>
                  <a:pt x="1242157" y="218663"/>
                  <a:pt x="1220834" y="239985"/>
                  <a:pt x="1194532" y="239985"/>
                </a:cubicBezTo>
                <a:lnTo>
                  <a:pt x="47625" y="239985"/>
                </a:lnTo>
                <a:cubicBezTo>
                  <a:pt x="21322" y="239985"/>
                  <a:pt x="0" y="218663"/>
                  <a:pt x="0" y="19236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6" name="Freeform 106"/>
          <p:cNvSpPr/>
          <p:nvPr/>
        </p:nvSpPr>
        <p:spPr>
          <a:xfrm>
            <a:off x="2086638" y="1241080"/>
            <a:ext cx="882512" cy="692404"/>
          </a:xfrm>
          <a:custGeom>
            <a:avLst/>
            <a:gdLst/>
            <a:ahLst/>
            <a:cxnLst/>
            <a:rect l="l" t="t" r="r" b="b"/>
            <a:pathLst>
              <a:path w="882512" h="692404">
                <a:moveTo>
                  <a:pt x="41056" y="37956"/>
                </a:moveTo>
                <a:moveTo>
                  <a:pt x="134261" y="692404"/>
                </a:moveTo>
                <a:cubicBezTo>
                  <a:pt x="0" y="532398"/>
                  <a:pt x="12118" y="295862"/>
                  <a:pt x="162028" y="150414"/>
                </a:cubicBezTo>
                <a:cubicBezTo>
                  <a:pt x="311938" y="4967"/>
                  <a:pt x="548733" y="0"/>
                  <a:pt x="704610" y="139034"/>
                </a:cubicBezTo>
                <a:lnTo>
                  <a:pt x="704610" y="139034"/>
                </a:lnTo>
                <a:cubicBezTo>
                  <a:pt x="860487" y="278067"/>
                  <a:pt x="882513" y="513887"/>
                  <a:pt x="755079" y="679383"/>
                </a:cubicBezTo>
              </a:path>
            </a:pathLst>
          </a:custGeom>
          <a:noFill/>
          <a:ln w="11430">
            <a:solidFill>
              <a:srgbClr val="000000"/>
            </a:solidFill>
          </a:ln>
        </p:spPr>
      </p:sp>
      <p:sp>
        <p:nvSpPr>
          <p:cNvPr id="107" name="Freeform 107"/>
          <p:cNvSpPr/>
          <p:nvPr/>
        </p:nvSpPr>
        <p:spPr>
          <a:xfrm>
            <a:off x="2831249" y="1821799"/>
            <a:ext cx="90407" cy="111686"/>
          </a:xfrm>
          <a:custGeom>
            <a:avLst/>
            <a:gdLst/>
            <a:ahLst/>
            <a:cxnLst/>
            <a:rect l="l" t="t" r="r" b="b"/>
            <a:pathLst>
              <a:path w="90407" h="111686">
                <a:moveTo>
                  <a:pt x="0" y="0"/>
                </a:moveTo>
                <a:moveTo>
                  <a:pt x="24303" y="0"/>
                </a:moveTo>
                <a:lnTo>
                  <a:pt x="0" y="111686"/>
                </a:lnTo>
                <a:lnTo>
                  <a:pt x="90408" y="41751"/>
                </a:lnTo>
              </a:path>
            </a:pathLst>
          </a:custGeom>
          <a:solidFill>
            <a:srgbClr val="000000"/>
          </a:solidFill>
        </p:spPr>
      </p:sp>
      <p:sp>
        <p:nvSpPr>
          <p:cNvPr id="108" name="Freeform 108"/>
          <p:cNvSpPr/>
          <p:nvPr/>
        </p:nvSpPr>
        <p:spPr>
          <a:xfrm>
            <a:off x="2134381" y="918686"/>
            <a:ext cx="783394" cy="265100"/>
          </a:xfrm>
          <a:custGeom>
            <a:avLst/>
            <a:gdLst/>
            <a:ahLst/>
            <a:cxnLst/>
            <a:rect l="l" t="t" r="r" b="b"/>
            <a:pathLst>
              <a:path w="783394" h="265100">
                <a:moveTo>
                  <a:pt x="0" y="0"/>
                </a:moveTo>
                <a:moveTo>
                  <a:pt x="0" y="0"/>
                </a:moveTo>
                <a:lnTo>
                  <a:pt x="783394" y="0"/>
                </a:lnTo>
                <a:lnTo>
                  <a:pt x="783394" y="265100"/>
                </a:lnTo>
                <a:lnTo>
                  <a:pt x="0" y="2651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109" name="Freeform 109"/>
          <p:cNvSpPr/>
          <p:nvPr/>
        </p:nvSpPr>
        <p:spPr>
          <a:xfrm>
            <a:off x="2049827" y="1820922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0" y="0"/>
                </a:moveTo>
                <a:moveTo>
                  <a:pt x="476250" y="0"/>
                </a:moveTo>
                <a:cubicBezTo>
                  <a:pt x="213463" y="0"/>
                  <a:pt x="0" y="213463"/>
                  <a:pt x="0" y="476250"/>
                </a:cubicBezTo>
                <a:cubicBezTo>
                  <a:pt x="0" y="739037"/>
                  <a:pt x="213463" y="952500"/>
                  <a:pt x="476250" y="952500"/>
                </a:cubicBezTo>
                <a:cubicBezTo>
                  <a:pt x="739037" y="952500"/>
                  <a:pt x="952500" y="739037"/>
                  <a:pt x="952500" y="476250"/>
                </a:cubicBezTo>
                <a:cubicBezTo>
                  <a:pt x="952500" y="213463"/>
                  <a:pt x="739037" y="0"/>
                  <a:pt x="476250" y="0"/>
                </a:cubicBezTo>
                <a:close/>
              </a:path>
            </a:pathLst>
          </a:custGeom>
          <a:gradFill>
            <a:gsLst>
              <a:gs pos="0">
                <a:srgbClr val="CCE3F7"/>
              </a:gs>
              <a:gs pos="50393">
                <a:srgbClr val="75ACEA"/>
              </a:gs>
              <a:gs pos="100000">
                <a:srgbClr val="0074D9"/>
              </a:gs>
            </a:gsLst>
            <a:lin ang="0" scaled="1"/>
          </a:gradFill>
          <a:ln w="23812">
            <a:solidFill>
              <a:srgbClr val="000000"/>
            </a:solidFill>
          </a:ln>
        </p:spPr>
      </p:sp>
      <p:sp>
        <p:nvSpPr>
          <p:cNvPr id="110" name="Freeform 110"/>
          <p:cNvSpPr/>
          <p:nvPr/>
        </p:nvSpPr>
        <p:spPr>
          <a:xfrm>
            <a:off x="2106977" y="1878072"/>
            <a:ext cx="838200" cy="838200"/>
          </a:xfrm>
          <a:custGeom>
            <a:avLst/>
            <a:gdLst/>
            <a:ahLst/>
            <a:cxnLst/>
            <a:rect l="l" t="t" r="r" b="b"/>
            <a:pathLst>
              <a:path w="838200" h="838200">
                <a:moveTo>
                  <a:pt x="0" y="0"/>
                </a:moveTo>
                <a:moveTo>
                  <a:pt x="0" y="0"/>
                </a:moveTo>
                <a:lnTo>
                  <a:pt x="838200" y="0"/>
                </a:lnTo>
                <a:lnTo>
                  <a:pt x="8382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111" name="Freeform 111"/>
          <p:cNvSpPr/>
          <p:nvPr/>
        </p:nvSpPr>
        <p:spPr>
          <a:xfrm>
            <a:off x="0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12" name="Freeform 112"/>
          <p:cNvSpPr/>
          <p:nvPr/>
        </p:nvSpPr>
        <p:spPr>
          <a:xfrm>
            <a:off x="2004745" y="4367812"/>
            <a:ext cx="4009500" cy="142875"/>
          </a:xfrm>
          <a:custGeom>
            <a:avLst/>
            <a:gdLst/>
            <a:ahLst/>
            <a:cxnLst/>
            <a:rect l="l" t="t" r="r" b="b"/>
            <a:pathLst>
              <a:path w="4009500" h="142875">
                <a:moveTo>
                  <a:pt x="0" y="0"/>
                </a:moveTo>
                <a:lnTo>
                  <a:pt x="0" y="142875"/>
                </a:lnTo>
                <a:lnTo>
                  <a:pt x="4009500" y="142875"/>
                </a:lnTo>
                <a:lnTo>
                  <a:pt x="4009500" y="0"/>
                </a:lnTo>
                <a:close/>
              </a:path>
            </a:pathLst>
          </a:custGeom>
          <a:solidFill>
            <a:srgbClr val="176B87"/>
          </a:solidFill>
        </p:spPr>
      </p:sp>
      <p:sp>
        <p:nvSpPr>
          <p:cNvPr id="113" name="Freeform 113"/>
          <p:cNvSpPr/>
          <p:nvPr/>
        </p:nvSpPr>
        <p:spPr>
          <a:xfrm>
            <a:off x="6014246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14" name="TextBox 113"/>
          <p:cNvSpPr txBox="1"/>
          <p:nvPr/>
        </p:nvSpPr>
        <p:spPr>
          <a:xfrm>
            <a:off x="119062" y="57588"/>
            <a:ext cx="2994385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32">
                <a:solidFill>
                  <a:srgbClr val="04364A"/>
                </a:solidFill>
                <a:latin typeface="Arial"/>
              </a:rPr>
              <a:t>1.6</a:t>
            </a:r>
            <a:r>
              <a:rPr b="1" i="0" sz="2232">
                <a:solidFill>
                  <a:srgbClr val="04364A"/>
                </a:solidFill>
                <a:latin typeface="Arial"/>
              </a:rPr>
              <a:t> Fletcher Animation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222101" y="76285"/>
            <a:ext cx="1677839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A7B9C0"/>
                </a:solidFill>
                <a:latin typeface="Arial"/>
              </a:rPr>
              <a:t>1.</a:t>
            </a:r>
            <a:r>
              <a:rPr b="0" i="0" sz="1860">
                <a:solidFill>
                  <a:srgbClr val="A7B9C0"/>
                </a:solidFill>
                <a:latin typeface="Arial"/>
              </a:rPr>
              <a:t> Animation</a:t>
            </a:r>
            <a:r>
              <a:rPr b="0" i="0" sz="1874">
                <a:solidFill>
                  <a:srgbClr val="A7B9C0"/>
                </a:solidFill>
                <a:latin typeface="Consolas"/>
              </a:rPr>
              <a:t> 🏫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76250" y="443960"/>
            <a:ext cx="3070136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Fletcher Animation in Touying: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182006" y="958643"/>
            <a:ext cx="688151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000000"/>
                </a:solidFill>
                <a:latin typeface="Consolas"/>
              </a:rPr>
              <a:t>read()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23875" y="2197331"/>
            <a:ext cx="1146899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000000"/>
                </a:solidFill>
                <a:latin typeface="Consolas"/>
              </a:rPr>
              <a:t>open(path)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124656" y="2217143"/>
            <a:ext cx="802838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000000"/>
                </a:solidFill>
                <a:latin typeface="Consolas"/>
              </a:rPr>
              <a:t>reading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44638" y="4394996"/>
            <a:ext cx="31546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Authors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919242" y="4394996"/>
            <a:ext cx="18050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744">
                <a:solidFill>
                  <a:srgbClr val="FFFFFF"/>
                </a:solidFill>
                <a:latin typeface="Arial"/>
              </a:rPr>
              <a:t>Title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481505" y="4394996"/>
            <a:ext cx="4187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2026-04-15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340479" y="4394996"/>
            <a:ext cx="21125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744">
                <a:solidFill>
                  <a:srgbClr val="FFFFFF"/>
                </a:solidFill>
                <a:latin typeface="Arial"/>
              </a:rPr>
              <a:t>8 / </a:t>
            </a:r>
            <a:r>
              <a:rPr b="0" i="0" sz="744">
                <a:solidFill>
                  <a:srgbClr val="FFFFFF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0" y="0"/>
            <a:ext cx="4009500" cy="19050"/>
          </a:xfrm>
          <a:custGeom>
            <a:avLst/>
            <a:gdLst/>
            <a:ahLst/>
            <a:cxnLst/>
            <a:rect l="l" t="t" r="r" b="b"/>
            <a:pathLst>
              <a:path w="4009500" h="19050">
                <a:moveTo>
                  <a:pt x="0" y="0"/>
                </a:moveTo>
                <a:lnTo>
                  <a:pt x="0" y="19050"/>
                </a:lnTo>
                <a:lnTo>
                  <a:pt x="4009500" y="19050"/>
                </a:lnTo>
                <a:lnTo>
                  <a:pt x="400950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4009501" y="0"/>
            <a:ext cx="4009500" cy="19050"/>
          </a:xfrm>
          <a:custGeom>
            <a:avLst/>
            <a:gdLst/>
            <a:ahLst/>
            <a:cxnLst/>
            <a:rect l="l" t="t" r="r" b="b"/>
            <a:pathLst>
              <a:path w="4009500" h="19050">
                <a:moveTo>
                  <a:pt x="0" y="0"/>
                </a:moveTo>
                <a:lnTo>
                  <a:pt x="0" y="19050"/>
                </a:lnTo>
                <a:lnTo>
                  <a:pt x="4009500" y="19050"/>
                </a:lnTo>
                <a:lnTo>
                  <a:pt x="400950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2" name="Freeform 102"/>
          <p:cNvSpPr/>
          <p:nvPr/>
        </p:nvSpPr>
        <p:spPr>
          <a:xfrm>
            <a:off x="1097327" y="2297172"/>
            <a:ext cx="935790" cy="9525"/>
          </a:xfrm>
          <a:custGeom>
            <a:avLst/>
            <a:gdLst/>
            <a:ahLst/>
            <a:cxnLst/>
            <a:rect l="l" t="t" r="r" b="b"/>
            <a:pathLst>
              <a:path w="935790" h="9525">
                <a:moveTo>
                  <a:pt x="0" y="0"/>
                </a:moveTo>
                <a:moveTo>
                  <a:pt x="0" y="0"/>
                </a:moveTo>
                <a:lnTo>
                  <a:pt x="935790" y="0"/>
                </a:lnTo>
              </a:path>
            </a:pathLst>
          </a:custGeom>
          <a:noFill/>
          <a:ln w="11430">
            <a:solidFill>
              <a:srgbClr val="000000"/>
            </a:solidFill>
          </a:ln>
        </p:spPr>
      </p:sp>
      <p:sp>
        <p:nvSpPr>
          <p:cNvPr id="103" name="Freeform 103"/>
          <p:cNvSpPr/>
          <p:nvPr/>
        </p:nvSpPr>
        <p:spPr>
          <a:xfrm>
            <a:off x="1942423" y="2258082"/>
            <a:ext cx="107406" cy="78185"/>
          </a:xfrm>
          <a:custGeom>
            <a:avLst/>
            <a:gdLst/>
            <a:ahLst/>
            <a:cxnLst/>
            <a:rect l="l" t="t" r="r" b="b"/>
            <a:pathLst>
              <a:path w="107406" h="78185">
                <a:moveTo>
                  <a:pt x="0" y="0"/>
                </a:moveTo>
                <a:moveTo>
                  <a:pt x="0" y="78186"/>
                </a:moveTo>
                <a:lnTo>
                  <a:pt x="107407" y="39093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</p:spPr>
      </p:sp>
      <p:sp>
        <p:nvSpPr>
          <p:cNvPr id="104" name="Freeform 104"/>
          <p:cNvSpPr/>
          <p:nvPr/>
        </p:nvSpPr>
        <p:spPr>
          <a:xfrm>
            <a:off x="476250" y="2157374"/>
            <a:ext cx="1242156" cy="279610"/>
          </a:xfrm>
          <a:custGeom>
            <a:avLst/>
            <a:gdLst/>
            <a:ahLst/>
            <a:cxnLst/>
            <a:rect l="l" t="t" r="r" b="b"/>
            <a:pathLst>
              <a:path w="1242156" h="279610">
                <a:moveTo>
                  <a:pt x="0" y="0"/>
                </a:moveTo>
                <a:moveTo>
                  <a:pt x="0" y="0"/>
                </a:moveTo>
                <a:lnTo>
                  <a:pt x="1242157" y="0"/>
                </a:lnTo>
                <a:lnTo>
                  <a:pt x="1242157" y="279611"/>
                </a:lnTo>
                <a:lnTo>
                  <a:pt x="0" y="279611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105" name="Freeform 105"/>
          <p:cNvSpPr/>
          <p:nvPr/>
        </p:nvSpPr>
        <p:spPr>
          <a:xfrm>
            <a:off x="476250" y="2157374"/>
            <a:ext cx="1242156" cy="239985"/>
          </a:xfrm>
          <a:custGeom>
            <a:avLst/>
            <a:gdLst/>
            <a:ahLst/>
            <a:cxnLst/>
            <a:rect l="l" t="t" r="r" b="b"/>
            <a:pathLst>
              <a:path w="1242156" h="239985">
                <a:moveTo>
                  <a:pt x="0" y="0"/>
                </a:moveTo>
                <a:moveTo>
                  <a:pt x="0" y="47625"/>
                </a:moveTo>
                <a:cubicBezTo>
                  <a:pt x="0" y="21322"/>
                  <a:pt x="21322" y="0"/>
                  <a:pt x="47625" y="0"/>
                </a:cubicBezTo>
                <a:lnTo>
                  <a:pt x="1194532" y="0"/>
                </a:lnTo>
                <a:cubicBezTo>
                  <a:pt x="1220834" y="0"/>
                  <a:pt x="1242157" y="21322"/>
                  <a:pt x="1242157" y="47625"/>
                </a:cubicBezTo>
                <a:lnTo>
                  <a:pt x="1242157" y="192360"/>
                </a:lnTo>
                <a:cubicBezTo>
                  <a:pt x="1242157" y="218663"/>
                  <a:pt x="1220834" y="239985"/>
                  <a:pt x="1194532" y="239985"/>
                </a:cubicBezTo>
                <a:lnTo>
                  <a:pt x="47625" y="239985"/>
                </a:lnTo>
                <a:cubicBezTo>
                  <a:pt x="21322" y="239985"/>
                  <a:pt x="0" y="218663"/>
                  <a:pt x="0" y="19236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6" name="Freeform 106"/>
          <p:cNvSpPr/>
          <p:nvPr/>
        </p:nvSpPr>
        <p:spPr>
          <a:xfrm>
            <a:off x="2086638" y="1241080"/>
            <a:ext cx="882512" cy="692404"/>
          </a:xfrm>
          <a:custGeom>
            <a:avLst/>
            <a:gdLst/>
            <a:ahLst/>
            <a:cxnLst/>
            <a:rect l="l" t="t" r="r" b="b"/>
            <a:pathLst>
              <a:path w="882512" h="692404">
                <a:moveTo>
                  <a:pt x="41056" y="37956"/>
                </a:moveTo>
                <a:moveTo>
                  <a:pt x="134261" y="692404"/>
                </a:moveTo>
                <a:cubicBezTo>
                  <a:pt x="0" y="532398"/>
                  <a:pt x="12118" y="295862"/>
                  <a:pt x="162028" y="150414"/>
                </a:cubicBezTo>
                <a:cubicBezTo>
                  <a:pt x="311938" y="4967"/>
                  <a:pt x="548733" y="0"/>
                  <a:pt x="704610" y="139034"/>
                </a:cubicBezTo>
                <a:lnTo>
                  <a:pt x="704610" y="139034"/>
                </a:lnTo>
                <a:cubicBezTo>
                  <a:pt x="860487" y="278067"/>
                  <a:pt x="882513" y="513887"/>
                  <a:pt x="755079" y="679383"/>
                </a:cubicBezTo>
              </a:path>
            </a:pathLst>
          </a:custGeom>
          <a:noFill/>
          <a:ln w="11430">
            <a:solidFill>
              <a:srgbClr val="000000"/>
            </a:solidFill>
          </a:ln>
        </p:spPr>
      </p:sp>
      <p:sp>
        <p:nvSpPr>
          <p:cNvPr id="107" name="Freeform 107"/>
          <p:cNvSpPr/>
          <p:nvPr/>
        </p:nvSpPr>
        <p:spPr>
          <a:xfrm>
            <a:off x="2831249" y="1821799"/>
            <a:ext cx="90407" cy="111686"/>
          </a:xfrm>
          <a:custGeom>
            <a:avLst/>
            <a:gdLst/>
            <a:ahLst/>
            <a:cxnLst/>
            <a:rect l="l" t="t" r="r" b="b"/>
            <a:pathLst>
              <a:path w="90407" h="111686">
                <a:moveTo>
                  <a:pt x="0" y="0"/>
                </a:moveTo>
                <a:moveTo>
                  <a:pt x="24303" y="0"/>
                </a:moveTo>
                <a:lnTo>
                  <a:pt x="0" y="111686"/>
                </a:lnTo>
                <a:lnTo>
                  <a:pt x="90408" y="41751"/>
                </a:lnTo>
              </a:path>
            </a:pathLst>
          </a:custGeom>
          <a:solidFill>
            <a:srgbClr val="000000"/>
          </a:solidFill>
        </p:spPr>
      </p:sp>
      <p:sp>
        <p:nvSpPr>
          <p:cNvPr id="108" name="Freeform 108"/>
          <p:cNvSpPr/>
          <p:nvPr/>
        </p:nvSpPr>
        <p:spPr>
          <a:xfrm>
            <a:off x="2134381" y="918686"/>
            <a:ext cx="783394" cy="265100"/>
          </a:xfrm>
          <a:custGeom>
            <a:avLst/>
            <a:gdLst/>
            <a:ahLst/>
            <a:cxnLst/>
            <a:rect l="l" t="t" r="r" b="b"/>
            <a:pathLst>
              <a:path w="783394" h="265100">
                <a:moveTo>
                  <a:pt x="0" y="0"/>
                </a:moveTo>
                <a:moveTo>
                  <a:pt x="0" y="0"/>
                </a:moveTo>
                <a:lnTo>
                  <a:pt x="783394" y="0"/>
                </a:lnTo>
                <a:lnTo>
                  <a:pt x="783394" y="265100"/>
                </a:lnTo>
                <a:lnTo>
                  <a:pt x="0" y="2651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109" name="Freeform 109"/>
          <p:cNvSpPr/>
          <p:nvPr/>
        </p:nvSpPr>
        <p:spPr>
          <a:xfrm>
            <a:off x="3002327" y="2297172"/>
            <a:ext cx="935790" cy="9525"/>
          </a:xfrm>
          <a:custGeom>
            <a:avLst/>
            <a:gdLst/>
            <a:ahLst/>
            <a:cxnLst/>
            <a:rect l="l" t="t" r="r" b="b"/>
            <a:pathLst>
              <a:path w="935790" h="9525">
                <a:moveTo>
                  <a:pt x="0" y="0"/>
                </a:moveTo>
                <a:moveTo>
                  <a:pt x="0" y="0"/>
                </a:moveTo>
                <a:lnTo>
                  <a:pt x="935790" y="0"/>
                </a:lnTo>
              </a:path>
            </a:pathLst>
          </a:custGeom>
          <a:noFill/>
          <a:ln w="11430">
            <a:solidFill>
              <a:srgbClr val="000000"/>
            </a:solidFill>
          </a:ln>
        </p:spPr>
      </p:sp>
      <p:sp>
        <p:nvSpPr>
          <p:cNvPr id="110" name="Freeform 110"/>
          <p:cNvSpPr/>
          <p:nvPr/>
        </p:nvSpPr>
        <p:spPr>
          <a:xfrm>
            <a:off x="3847423" y="2258082"/>
            <a:ext cx="107406" cy="78185"/>
          </a:xfrm>
          <a:custGeom>
            <a:avLst/>
            <a:gdLst/>
            <a:ahLst/>
            <a:cxnLst/>
            <a:rect l="l" t="t" r="r" b="b"/>
            <a:pathLst>
              <a:path w="107406" h="78185">
                <a:moveTo>
                  <a:pt x="0" y="0"/>
                </a:moveTo>
                <a:moveTo>
                  <a:pt x="0" y="78186"/>
                </a:moveTo>
                <a:lnTo>
                  <a:pt x="107407" y="39093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</p:spPr>
      </p:sp>
      <p:sp>
        <p:nvSpPr>
          <p:cNvPr id="111" name="Freeform 111"/>
          <p:cNvSpPr/>
          <p:nvPr/>
        </p:nvSpPr>
        <p:spPr>
          <a:xfrm>
            <a:off x="3086881" y="1936823"/>
            <a:ext cx="783394" cy="265100"/>
          </a:xfrm>
          <a:custGeom>
            <a:avLst/>
            <a:gdLst/>
            <a:ahLst/>
            <a:cxnLst/>
            <a:rect l="l" t="t" r="r" b="b"/>
            <a:pathLst>
              <a:path w="783394" h="265100">
                <a:moveTo>
                  <a:pt x="0" y="0"/>
                </a:moveTo>
                <a:moveTo>
                  <a:pt x="0" y="0"/>
                </a:moveTo>
                <a:lnTo>
                  <a:pt x="783394" y="0"/>
                </a:lnTo>
                <a:lnTo>
                  <a:pt x="783394" y="265100"/>
                </a:lnTo>
                <a:lnTo>
                  <a:pt x="0" y="2651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112" name="Freeform 112"/>
          <p:cNvSpPr/>
          <p:nvPr/>
        </p:nvSpPr>
        <p:spPr>
          <a:xfrm>
            <a:off x="2049827" y="1820922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0" y="0"/>
                </a:moveTo>
                <a:moveTo>
                  <a:pt x="476250" y="0"/>
                </a:moveTo>
                <a:cubicBezTo>
                  <a:pt x="213463" y="0"/>
                  <a:pt x="0" y="213463"/>
                  <a:pt x="0" y="476250"/>
                </a:cubicBezTo>
                <a:cubicBezTo>
                  <a:pt x="0" y="739037"/>
                  <a:pt x="213463" y="952500"/>
                  <a:pt x="476250" y="952500"/>
                </a:cubicBezTo>
                <a:cubicBezTo>
                  <a:pt x="739037" y="952500"/>
                  <a:pt x="952500" y="739037"/>
                  <a:pt x="952500" y="476250"/>
                </a:cubicBezTo>
                <a:cubicBezTo>
                  <a:pt x="952500" y="213463"/>
                  <a:pt x="739037" y="0"/>
                  <a:pt x="476250" y="0"/>
                </a:cubicBezTo>
                <a:close/>
              </a:path>
            </a:pathLst>
          </a:custGeom>
          <a:gradFill>
            <a:gsLst>
              <a:gs pos="0">
                <a:srgbClr val="CCE3F7"/>
              </a:gs>
              <a:gs pos="50393">
                <a:srgbClr val="75ACEA"/>
              </a:gs>
              <a:gs pos="100000">
                <a:srgbClr val="0074D9"/>
              </a:gs>
            </a:gsLst>
            <a:lin ang="0" scaled="1"/>
          </a:gradFill>
          <a:ln w="23812">
            <a:solidFill>
              <a:srgbClr val="000000"/>
            </a:solidFill>
          </a:ln>
        </p:spPr>
      </p:sp>
      <p:sp>
        <p:nvSpPr>
          <p:cNvPr id="113" name="Freeform 113"/>
          <p:cNvSpPr/>
          <p:nvPr/>
        </p:nvSpPr>
        <p:spPr>
          <a:xfrm>
            <a:off x="2106977" y="1878072"/>
            <a:ext cx="838200" cy="838200"/>
          </a:xfrm>
          <a:custGeom>
            <a:avLst/>
            <a:gdLst/>
            <a:ahLst/>
            <a:cxnLst/>
            <a:rect l="l" t="t" r="r" b="b"/>
            <a:pathLst>
              <a:path w="838200" h="838200">
                <a:moveTo>
                  <a:pt x="0" y="0"/>
                </a:moveTo>
                <a:moveTo>
                  <a:pt x="0" y="0"/>
                </a:moveTo>
                <a:lnTo>
                  <a:pt x="838200" y="0"/>
                </a:lnTo>
                <a:lnTo>
                  <a:pt x="8382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114" name="Freeform 114"/>
          <p:cNvSpPr/>
          <p:nvPr/>
        </p:nvSpPr>
        <p:spPr>
          <a:xfrm>
            <a:off x="3954827" y="1820922"/>
            <a:ext cx="952499" cy="952500"/>
          </a:xfrm>
          <a:custGeom>
            <a:avLst/>
            <a:gdLst/>
            <a:ahLst/>
            <a:cxnLst/>
            <a:rect l="l" t="t" r="r" b="b"/>
            <a:pathLst>
              <a:path w="952499" h="952500">
                <a:moveTo>
                  <a:pt x="0" y="0"/>
                </a:moveTo>
                <a:moveTo>
                  <a:pt x="476250" y="0"/>
                </a:moveTo>
                <a:cubicBezTo>
                  <a:pt x="213463" y="0"/>
                  <a:pt x="0" y="213463"/>
                  <a:pt x="0" y="476250"/>
                </a:cubicBezTo>
                <a:cubicBezTo>
                  <a:pt x="0" y="739037"/>
                  <a:pt x="213463" y="952500"/>
                  <a:pt x="476250" y="952500"/>
                </a:cubicBezTo>
                <a:cubicBezTo>
                  <a:pt x="739037" y="952500"/>
                  <a:pt x="952500" y="739037"/>
                  <a:pt x="952500" y="476250"/>
                </a:cubicBezTo>
                <a:cubicBezTo>
                  <a:pt x="952500" y="213463"/>
                  <a:pt x="739037" y="0"/>
                  <a:pt x="476250" y="0"/>
                </a:cubicBezTo>
                <a:close/>
              </a:path>
            </a:pathLst>
          </a:custGeom>
          <a:gradFill>
            <a:gsLst>
              <a:gs pos="0">
                <a:srgbClr val="CCE3F7"/>
              </a:gs>
              <a:gs pos="50393">
                <a:srgbClr val="75ACEA"/>
              </a:gs>
              <a:gs pos="100000">
                <a:srgbClr val="0074D9"/>
              </a:gs>
            </a:gsLst>
            <a:lin ang="0" scaled="1"/>
          </a:gradFill>
          <a:ln w="23812">
            <a:solidFill>
              <a:srgbClr val="000000"/>
            </a:solidFill>
          </a:ln>
        </p:spPr>
      </p:sp>
      <p:sp>
        <p:nvSpPr>
          <p:cNvPr id="115" name="Freeform 115"/>
          <p:cNvSpPr/>
          <p:nvPr/>
        </p:nvSpPr>
        <p:spPr>
          <a:xfrm>
            <a:off x="4011977" y="1878072"/>
            <a:ext cx="838200" cy="838200"/>
          </a:xfrm>
          <a:custGeom>
            <a:avLst/>
            <a:gdLst/>
            <a:ahLst/>
            <a:cxnLst/>
            <a:rect l="l" t="t" r="r" b="b"/>
            <a:pathLst>
              <a:path w="838200" h="838200">
                <a:moveTo>
                  <a:pt x="0" y="0"/>
                </a:moveTo>
                <a:moveTo>
                  <a:pt x="0" y="0"/>
                </a:moveTo>
                <a:lnTo>
                  <a:pt x="838200" y="0"/>
                </a:lnTo>
                <a:lnTo>
                  <a:pt x="8382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116" name="Freeform 116"/>
          <p:cNvSpPr/>
          <p:nvPr/>
        </p:nvSpPr>
        <p:spPr>
          <a:xfrm>
            <a:off x="0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17" name="Freeform 117"/>
          <p:cNvSpPr/>
          <p:nvPr/>
        </p:nvSpPr>
        <p:spPr>
          <a:xfrm>
            <a:off x="2004745" y="4367812"/>
            <a:ext cx="4009500" cy="142875"/>
          </a:xfrm>
          <a:custGeom>
            <a:avLst/>
            <a:gdLst/>
            <a:ahLst/>
            <a:cxnLst/>
            <a:rect l="l" t="t" r="r" b="b"/>
            <a:pathLst>
              <a:path w="4009500" h="142875">
                <a:moveTo>
                  <a:pt x="0" y="0"/>
                </a:moveTo>
                <a:lnTo>
                  <a:pt x="0" y="142875"/>
                </a:lnTo>
                <a:lnTo>
                  <a:pt x="4009500" y="142875"/>
                </a:lnTo>
                <a:lnTo>
                  <a:pt x="4009500" y="0"/>
                </a:lnTo>
                <a:close/>
              </a:path>
            </a:pathLst>
          </a:custGeom>
          <a:solidFill>
            <a:srgbClr val="176B87"/>
          </a:solidFill>
        </p:spPr>
      </p:sp>
      <p:sp>
        <p:nvSpPr>
          <p:cNvPr id="118" name="Freeform 118"/>
          <p:cNvSpPr/>
          <p:nvPr/>
        </p:nvSpPr>
        <p:spPr>
          <a:xfrm>
            <a:off x="6014246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19" name="TextBox 118"/>
          <p:cNvSpPr txBox="1"/>
          <p:nvPr/>
        </p:nvSpPr>
        <p:spPr>
          <a:xfrm>
            <a:off x="119062" y="57588"/>
            <a:ext cx="2994385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32">
                <a:solidFill>
                  <a:srgbClr val="04364A"/>
                </a:solidFill>
                <a:latin typeface="Arial"/>
              </a:rPr>
              <a:t>1.6</a:t>
            </a:r>
            <a:r>
              <a:rPr b="1" i="0" sz="2232">
                <a:solidFill>
                  <a:srgbClr val="04364A"/>
                </a:solidFill>
                <a:latin typeface="Arial"/>
              </a:rPr>
              <a:t> Fletcher Animation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22101" y="76285"/>
            <a:ext cx="1677839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A7B9C0"/>
                </a:solidFill>
                <a:latin typeface="Arial"/>
              </a:rPr>
              <a:t>1.</a:t>
            </a:r>
            <a:r>
              <a:rPr b="0" i="0" sz="1860">
                <a:solidFill>
                  <a:srgbClr val="A7B9C0"/>
                </a:solidFill>
                <a:latin typeface="Arial"/>
              </a:rPr>
              <a:t> Animation</a:t>
            </a:r>
            <a:r>
              <a:rPr b="0" i="0" sz="1874">
                <a:solidFill>
                  <a:srgbClr val="A7B9C0"/>
                </a:solidFill>
                <a:latin typeface="Consolas"/>
              </a:rPr>
              <a:t> 🏫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76250" y="443960"/>
            <a:ext cx="3070136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Fletcher Animation in Touying: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82006" y="958643"/>
            <a:ext cx="688151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000000"/>
                </a:solidFill>
                <a:latin typeface="Consolas"/>
              </a:rPr>
              <a:t>read()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134506" y="1976780"/>
            <a:ext cx="688151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000000"/>
                </a:solidFill>
                <a:latin typeface="Consolas"/>
              </a:rPr>
              <a:t>read()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23875" y="2197331"/>
            <a:ext cx="1146899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000000"/>
                </a:solidFill>
                <a:latin typeface="Consolas"/>
              </a:rPr>
              <a:t>open(path)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124656" y="2217143"/>
            <a:ext cx="802838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000000"/>
                </a:solidFill>
                <a:latin typeface="Consolas"/>
              </a:rPr>
              <a:t>reading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259037" y="2217143"/>
            <a:ext cx="344075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000000"/>
                </a:solidFill>
                <a:latin typeface="Consolas"/>
              </a:rPr>
              <a:t>eof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44638" y="4394996"/>
            <a:ext cx="31546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Authors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919242" y="4394996"/>
            <a:ext cx="18050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744">
                <a:solidFill>
                  <a:srgbClr val="FFFFFF"/>
                </a:solidFill>
                <a:latin typeface="Arial"/>
              </a:rPr>
              <a:t>Title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481505" y="4394996"/>
            <a:ext cx="4187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2026-04-15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340479" y="4394996"/>
            <a:ext cx="21125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744">
                <a:solidFill>
                  <a:srgbClr val="FFFFFF"/>
                </a:solidFill>
                <a:latin typeface="Arial"/>
              </a:rPr>
              <a:t>8 / </a:t>
            </a:r>
            <a:r>
              <a:rPr b="0" i="0" sz="744">
                <a:solidFill>
                  <a:srgbClr val="FFFFFF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0" y="0"/>
            <a:ext cx="4009500" cy="19050"/>
          </a:xfrm>
          <a:custGeom>
            <a:avLst/>
            <a:gdLst/>
            <a:ahLst/>
            <a:cxnLst/>
            <a:rect l="l" t="t" r="r" b="b"/>
            <a:pathLst>
              <a:path w="4009500" h="19050">
                <a:moveTo>
                  <a:pt x="0" y="0"/>
                </a:moveTo>
                <a:lnTo>
                  <a:pt x="0" y="19050"/>
                </a:lnTo>
                <a:lnTo>
                  <a:pt x="4009500" y="19050"/>
                </a:lnTo>
                <a:lnTo>
                  <a:pt x="400950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4009501" y="0"/>
            <a:ext cx="4009500" cy="19050"/>
          </a:xfrm>
          <a:custGeom>
            <a:avLst/>
            <a:gdLst/>
            <a:ahLst/>
            <a:cxnLst/>
            <a:rect l="l" t="t" r="r" b="b"/>
            <a:pathLst>
              <a:path w="4009500" h="19050">
                <a:moveTo>
                  <a:pt x="0" y="0"/>
                </a:moveTo>
                <a:lnTo>
                  <a:pt x="0" y="19050"/>
                </a:lnTo>
                <a:lnTo>
                  <a:pt x="4009500" y="19050"/>
                </a:lnTo>
                <a:lnTo>
                  <a:pt x="400950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2" name="Freeform 102"/>
          <p:cNvSpPr/>
          <p:nvPr/>
        </p:nvSpPr>
        <p:spPr>
          <a:xfrm>
            <a:off x="1097327" y="2297172"/>
            <a:ext cx="935790" cy="9525"/>
          </a:xfrm>
          <a:custGeom>
            <a:avLst/>
            <a:gdLst/>
            <a:ahLst/>
            <a:cxnLst/>
            <a:rect l="l" t="t" r="r" b="b"/>
            <a:pathLst>
              <a:path w="935790" h="9525">
                <a:moveTo>
                  <a:pt x="0" y="0"/>
                </a:moveTo>
                <a:moveTo>
                  <a:pt x="0" y="0"/>
                </a:moveTo>
                <a:lnTo>
                  <a:pt x="935790" y="0"/>
                </a:lnTo>
              </a:path>
            </a:pathLst>
          </a:custGeom>
          <a:noFill/>
          <a:ln w="11430">
            <a:solidFill>
              <a:srgbClr val="000000"/>
            </a:solidFill>
          </a:ln>
        </p:spPr>
      </p:sp>
      <p:sp>
        <p:nvSpPr>
          <p:cNvPr id="103" name="Freeform 103"/>
          <p:cNvSpPr/>
          <p:nvPr/>
        </p:nvSpPr>
        <p:spPr>
          <a:xfrm>
            <a:off x="1942423" y="2258082"/>
            <a:ext cx="107406" cy="78185"/>
          </a:xfrm>
          <a:custGeom>
            <a:avLst/>
            <a:gdLst/>
            <a:ahLst/>
            <a:cxnLst/>
            <a:rect l="l" t="t" r="r" b="b"/>
            <a:pathLst>
              <a:path w="107406" h="78185">
                <a:moveTo>
                  <a:pt x="0" y="0"/>
                </a:moveTo>
                <a:moveTo>
                  <a:pt x="0" y="78186"/>
                </a:moveTo>
                <a:lnTo>
                  <a:pt x="107407" y="39093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</p:spPr>
      </p:sp>
      <p:sp>
        <p:nvSpPr>
          <p:cNvPr id="104" name="Freeform 104"/>
          <p:cNvSpPr/>
          <p:nvPr/>
        </p:nvSpPr>
        <p:spPr>
          <a:xfrm>
            <a:off x="476250" y="2157374"/>
            <a:ext cx="1242156" cy="279610"/>
          </a:xfrm>
          <a:custGeom>
            <a:avLst/>
            <a:gdLst/>
            <a:ahLst/>
            <a:cxnLst/>
            <a:rect l="l" t="t" r="r" b="b"/>
            <a:pathLst>
              <a:path w="1242156" h="279610">
                <a:moveTo>
                  <a:pt x="0" y="0"/>
                </a:moveTo>
                <a:moveTo>
                  <a:pt x="0" y="0"/>
                </a:moveTo>
                <a:lnTo>
                  <a:pt x="1242157" y="0"/>
                </a:lnTo>
                <a:lnTo>
                  <a:pt x="1242157" y="279611"/>
                </a:lnTo>
                <a:lnTo>
                  <a:pt x="0" y="279611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105" name="Freeform 105"/>
          <p:cNvSpPr/>
          <p:nvPr/>
        </p:nvSpPr>
        <p:spPr>
          <a:xfrm>
            <a:off x="476250" y="2157374"/>
            <a:ext cx="1242156" cy="239985"/>
          </a:xfrm>
          <a:custGeom>
            <a:avLst/>
            <a:gdLst/>
            <a:ahLst/>
            <a:cxnLst/>
            <a:rect l="l" t="t" r="r" b="b"/>
            <a:pathLst>
              <a:path w="1242156" h="239985">
                <a:moveTo>
                  <a:pt x="0" y="0"/>
                </a:moveTo>
                <a:moveTo>
                  <a:pt x="0" y="47625"/>
                </a:moveTo>
                <a:cubicBezTo>
                  <a:pt x="0" y="21322"/>
                  <a:pt x="21322" y="0"/>
                  <a:pt x="47625" y="0"/>
                </a:cubicBezTo>
                <a:lnTo>
                  <a:pt x="1194532" y="0"/>
                </a:lnTo>
                <a:cubicBezTo>
                  <a:pt x="1220834" y="0"/>
                  <a:pt x="1242157" y="21322"/>
                  <a:pt x="1242157" y="47625"/>
                </a:cubicBezTo>
                <a:lnTo>
                  <a:pt x="1242157" y="192360"/>
                </a:lnTo>
                <a:cubicBezTo>
                  <a:pt x="1242157" y="218663"/>
                  <a:pt x="1220834" y="239985"/>
                  <a:pt x="1194532" y="239985"/>
                </a:cubicBezTo>
                <a:lnTo>
                  <a:pt x="47625" y="239985"/>
                </a:lnTo>
                <a:cubicBezTo>
                  <a:pt x="21322" y="239985"/>
                  <a:pt x="0" y="218663"/>
                  <a:pt x="0" y="19236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6" name="Freeform 106"/>
          <p:cNvSpPr/>
          <p:nvPr/>
        </p:nvSpPr>
        <p:spPr>
          <a:xfrm>
            <a:off x="2086638" y="1241080"/>
            <a:ext cx="882512" cy="692404"/>
          </a:xfrm>
          <a:custGeom>
            <a:avLst/>
            <a:gdLst/>
            <a:ahLst/>
            <a:cxnLst/>
            <a:rect l="l" t="t" r="r" b="b"/>
            <a:pathLst>
              <a:path w="882512" h="692404">
                <a:moveTo>
                  <a:pt x="41056" y="37956"/>
                </a:moveTo>
                <a:moveTo>
                  <a:pt x="134261" y="692404"/>
                </a:moveTo>
                <a:cubicBezTo>
                  <a:pt x="0" y="532398"/>
                  <a:pt x="12118" y="295862"/>
                  <a:pt x="162028" y="150414"/>
                </a:cubicBezTo>
                <a:cubicBezTo>
                  <a:pt x="311938" y="4967"/>
                  <a:pt x="548733" y="0"/>
                  <a:pt x="704610" y="139034"/>
                </a:cubicBezTo>
                <a:lnTo>
                  <a:pt x="704610" y="139034"/>
                </a:lnTo>
                <a:cubicBezTo>
                  <a:pt x="860487" y="278067"/>
                  <a:pt x="882513" y="513887"/>
                  <a:pt x="755079" y="679383"/>
                </a:cubicBezTo>
              </a:path>
            </a:pathLst>
          </a:custGeom>
          <a:noFill/>
          <a:ln w="11430">
            <a:solidFill>
              <a:srgbClr val="000000"/>
            </a:solidFill>
          </a:ln>
        </p:spPr>
      </p:sp>
      <p:sp>
        <p:nvSpPr>
          <p:cNvPr id="107" name="Freeform 107"/>
          <p:cNvSpPr/>
          <p:nvPr/>
        </p:nvSpPr>
        <p:spPr>
          <a:xfrm>
            <a:off x="2831249" y="1821799"/>
            <a:ext cx="90407" cy="111686"/>
          </a:xfrm>
          <a:custGeom>
            <a:avLst/>
            <a:gdLst/>
            <a:ahLst/>
            <a:cxnLst/>
            <a:rect l="l" t="t" r="r" b="b"/>
            <a:pathLst>
              <a:path w="90407" h="111686">
                <a:moveTo>
                  <a:pt x="0" y="0"/>
                </a:moveTo>
                <a:moveTo>
                  <a:pt x="24303" y="0"/>
                </a:moveTo>
                <a:lnTo>
                  <a:pt x="0" y="111686"/>
                </a:lnTo>
                <a:lnTo>
                  <a:pt x="90408" y="41751"/>
                </a:lnTo>
              </a:path>
            </a:pathLst>
          </a:custGeom>
          <a:solidFill>
            <a:srgbClr val="000000"/>
          </a:solidFill>
        </p:spPr>
      </p:sp>
      <p:sp>
        <p:nvSpPr>
          <p:cNvPr id="108" name="Freeform 108"/>
          <p:cNvSpPr/>
          <p:nvPr/>
        </p:nvSpPr>
        <p:spPr>
          <a:xfrm>
            <a:off x="2134381" y="918686"/>
            <a:ext cx="783394" cy="265100"/>
          </a:xfrm>
          <a:custGeom>
            <a:avLst/>
            <a:gdLst/>
            <a:ahLst/>
            <a:cxnLst/>
            <a:rect l="l" t="t" r="r" b="b"/>
            <a:pathLst>
              <a:path w="783394" h="265100">
                <a:moveTo>
                  <a:pt x="0" y="0"/>
                </a:moveTo>
                <a:moveTo>
                  <a:pt x="0" y="0"/>
                </a:moveTo>
                <a:lnTo>
                  <a:pt x="783394" y="0"/>
                </a:lnTo>
                <a:lnTo>
                  <a:pt x="783394" y="265100"/>
                </a:lnTo>
                <a:lnTo>
                  <a:pt x="0" y="2651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109" name="Freeform 109"/>
          <p:cNvSpPr/>
          <p:nvPr/>
        </p:nvSpPr>
        <p:spPr>
          <a:xfrm>
            <a:off x="3002327" y="2297172"/>
            <a:ext cx="935790" cy="9525"/>
          </a:xfrm>
          <a:custGeom>
            <a:avLst/>
            <a:gdLst/>
            <a:ahLst/>
            <a:cxnLst/>
            <a:rect l="l" t="t" r="r" b="b"/>
            <a:pathLst>
              <a:path w="935790" h="9525">
                <a:moveTo>
                  <a:pt x="0" y="0"/>
                </a:moveTo>
                <a:moveTo>
                  <a:pt x="0" y="0"/>
                </a:moveTo>
                <a:lnTo>
                  <a:pt x="935790" y="0"/>
                </a:lnTo>
              </a:path>
            </a:pathLst>
          </a:custGeom>
          <a:noFill/>
          <a:ln w="11430">
            <a:solidFill>
              <a:srgbClr val="000000"/>
            </a:solidFill>
          </a:ln>
        </p:spPr>
      </p:sp>
      <p:sp>
        <p:nvSpPr>
          <p:cNvPr id="110" name="Freeform 110"/>
          <p:cNvSpPr/>
          <p:nvPr/>
        </p:nvSpPr>
        <p:spPr>
          <a:xfrm>
            <a:off x="3847423" y="2258082"/>
            <a:ext cx="107406" cy="78185"/>
          </a:xfrm>
          <a:custGeom>
            <a:avLst/>
            <a:gdLst/>
            <a:ahLst/>
            <a:cxnLst/>
            <a:rect l="l" t="t" r="r" b="b"/>
            <a:pathLst>
              <a:path w="107406" h="78185">
                <a:moveTo>
                  <a:pt x="0" y="0"/>
                </a:moveTo>
                <a:moveTo>
                  <a:pt x="0" y="78186"/>
                </a:moveTo>
                <a:lnTo>
                  <a:pt x="107407" y="39093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</p:spPr>
      </p:sp>
      <p:sp>
        <p:nvSpPr>
          <p:cNvPr id="111" name="Freeform 111"/>
          <p:cNvSpPr/>
          <p:nvPr/>
        </p:nvSpPr>
        <p:spPr>
          <a:xfrm>
            <a:off x="3086881" y="1936823"/>
            <a:ext cx="783394" cy="265100"/>
          </a:xfrm>
          <a:custGeom>
            <a:avLst/>
            <a:gdLst/>
            <a:ahLst/>
            <a:cxnLst/>
            <a:rect l="l" t="t" r="r" b="b"/>
            <a:pathLst>
              <a:path w="783394" h="265100">
                <a:moveTo>
                  <a:pt x="0" y="0"/>
                </a:moveTo>
                <a:moveTo>
                  <a:pt x="0" y="0"/>
                </a:moveTo>
                <a:lnTo>
                  <a:pt x="783394" y="0"/>
                </a:lnTo>
                <a:lnTo>
                  <a:pt x="783394" y="265100"/>
                </a:lnTo>
                <a:lnTo>
                  <a:pt x="0" y="2651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112" name="Freeform 112"/>
          <p:cNvSpPr/>
          <p:nvPr/>
        </p:nvSpPr>
        <p:spPr>
          <a:xfrm>
            <a:off x="4907327" y="2297172"/>
            <a:ext cx="935790" cy="9525"/>
          </a:xfrm>
          <a:custGeom>
            <a:avLst/>
            <a:gdLst/>
            <a:ahLst/>
            <a:cxnLst/>
            <a:rect l="l" t="t" r="r" b="b"/>
            <a:pathLst>
              <a:path w="935790" h="9525">
                <a:moveTo>
                  <a:pt x="0" y="0"/>
                </a:moveTo>
                <a:moveTo>
                  <a:pt x="0" y="0"/>
                </a:moveTo>
                <a:lnTo>
                  <a:pt x="935790" y="0"/>
                </a:lnTo>
              </a:path>
            </a:pathLst>
          </a:custGeom>
          <a:noFill/>
          <a:ln w="11430">
            <a:solidFill>
              <a:srgbClr val="000000"/>
            </a:solidFill>
          </a:ln>
        </p:spPr>
      </p:sp>
      <p:sp>
        <p:nvSpPr>
          <p:cNvPr id="113" name="Freeform 113"/>
          <p:cNvSpPr/>
          <p:nvPr/>
        </p:nvSpPr>
        <p:spPr>
          <a:xfrm>
            <a:off x="5752423" y="2258082"/>
            <a:ext cx="107406" cy="78185"/>
          </a:xfrm>
          <a:custGeom>
            <a:avLst/>
            <a:gdLst/>
            <a:ahLst/>
            <a:cxnLst/>
            <a:rect l="l" t="t" r="r" b="b"/>
            <a:pathLst>
              <a:path w="107406" h="78185">
                <a:moveTo>
                  <a:pt x="0" y="0"/>
                </a:moveTo>
                <a:moveTo>
                  <a:pt x="0" y="78186"/>
                </a:moveTo>
                <a:lnTo>
                  <a:pt x="107407" y="39093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</p:spPr>
      </p:sp>
      <p:sp>
        <p:nvSpPr>
          <p:cNvPr id="114" name="Freeform 114"/>
          <p:cNvSpPr/>
          <p:nvPr/>
        </p:nvSpPr>
        <p:spPr>
          <a:xfrm>
            <a:off x="4934540" y="1936823"/>
            <a:ext cx="898084" cy="265100"/>
          </a:xfrm>
          <a:custGeom>
            <a:avLst/>
            <a:gdLst/>
            <a:ahLst/>
            <a:cxnLst/>
            <a:rect l="l" t="t" r="r" b="b"/>
            <a:pathLst>
              <a:path w="898084" h="265100">
                <a:moveTo>
                  <a:pt x="0" y="0"/>
                </a:moveTo>
                <a:moveTo>
                  <a:pt x="0" y="0"/>
                </a:moveTo>
                <a:lnTo>
                  <a:pt x="898085" y="0"/>
                </a:lnTo>
                <a:lnTo>
                  <a:pt x="898085" y="265100"/>
                </a:lnTo>
                <a:lnTo>
                  <a:pt x="0" y="2651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115" name="Freeform 115"/>
          <p:cNvSpPr/>
          <p:nvPr/>
        </p:nvSpPr>
        <p:spPr>
          <a:xfrm>
            <a:off x="2889770" y="2602353"/>
            <a:ext cx="3069777" cy="748434"/>
          </a:xfrm>
          <a:custGeom>
            <a:avLst/>
            <a:gdLst/>
            <a:ahLst/>
            <a:cxnLst/>
            <a:rect l="l" t="t" r="r" b="b"/>
            <a:pathLst>
              <a:path w="3069777" h="748434">
                <a:moveTo>
                  <a:pt x="0" y="0"/>
                </a:moveTo>
                <a:moveTo>
                  <a:pt x="0" y="0"/>
                </a:moveTo>
                <a:cubicBezTo>
                  <a:pt x="886587" y="743935"/>
                  <a:pt x="2178028" y="748434"/>
                  <a:pt x="3069777" y="10696"/>
                </a:cubicBezTo>
              </a:path>
            </a:pathLst>
          </a:custGeom>
          <a:noFill/>
          <a:ln w="11430">
            <a:solidFill>
              <a:srgbClr val="000000"/>
            </a:solidFill>
          </a:ln>
        </p:spPr>
      </p:sp>
      <p:sp>
        <p:nvSpPr>
          <p:cNvPr id="116" name="Freeform 116"/>
          <p:cNvSpPr/>
          <p:nvPr/>
        </p:nvSpPr>
        <p:spPr>
          <a:xfrm>
            <a:off x="5864132" y="2602353"/>
            <a:ext cx="108255" cy="97682"/>
          </a:xfrm>
          <a:custGeom>
            <a:avLst/>
            <a:gdLst/>
            <a:ahLst/>
            <a:cxnLst/>
            <a:rect l="l" t="t" r="r" b="b"/>
            <a:pathLst>
              <a:path w="108255" h="97682">
                <a:moveTo>
                  <a:pt x="0" y="0"/>
                </a:moveTo>
                <a:moveTo>
                  <a:pt x="48903" y="97682"/>
                </a:moveTo>
                <a:lnTo>
                  <a:pt x="108255" y="0"/>
                </a:lnTo>
                <a:lnTo>
                  <a:pt x="0" y="36678"/>
                </a:lnTo>
              </a:path>
            </a:pathLst>
          </a:custGeom>
          <a:solidFill>
            <a:srgbClr val="000000"/>
          </a:solidFill>
        </p:spPr>
      </p:sp>
      <p:sp>
        <p:nvSpPr>
          <p:cNvPr id="117" name="Freeform 117"/>
          <p:cNvSpPr/>
          <p:nvPr/>
        </p:nvSpPr>
        <p:spPr>
          <a:xfrm>
            <a:off x="3982040" y="3258588"/>
            <a:ext cx="898084" cy="265100"/>
          </a:xfrm>
          <a:custGeom>
            <a:avLst/>
            <a:gdLst/>
            <a:ahLst/>
            <a:cxnLst/>
            <a:rect l="l" t="t" r="r" b="b"/>
            <a:pathLst>
              <a:path w="898084" h="265100">
                <a:moveTo>
                  <a:pt x="0" y="0"/>
                </a:moveTo>
                <a:moveTo>
                  <a:pt x="0" y="0"/>
                </a:moveTo>
                <a:lnTo>
                  <a:pt x="898085" y="0"/>
                </a:lnTo>
                <a:lnTo>
                  <a:pt x="898085" y="265100"/>
                </a:lnTo>
                <a:lnTo>
                  <a:pt x="0" y="2651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118" name="Freeform 118"/>
          <p:cNvSpPr/>
          <p:nvPr/>
        </p:nvSpPr>
        <p:spPr>
          <a:xfrm>
            <a:off x="2049827" y="1820922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0" y="0"/>
                </a:moveTo>
                <a:moveTo>
                  <a:pt x="476250" y="0"/>
                </a:moveTo>
                <a:cubicBezTo>
                  <a:pt x="213463" y="0"/>
                  <a:pt x="0" y="213463"/>
                  <a:pt x="0" y="476250"/>
                </a:cubicBezTo>
                <a:cubicBezTo>
                  <a:pt x="0" y="739037"/>
                  <a:pt x="213463" y="952500"/>
                  <a:pt x="476250" y="952500"/>
                </a:cubicBezTo>
                <a:cubicBezTo>
                  <a:pt x="739037" y="952500"/>
                  <a:pt x="952500" y="739037"/>
                  <a:pt x="952500" y="476250"/>
                </a:cubicBezTo>
                <a:cubicBezTo>
                  <a:pt x="952500" y="213463"/>
                  <a:pt x="739037" y="0"/>
                  <a:pt x="476250" y="0"/>
                </a:cubicBezTo>
                <a:close/>
              </a:path>
            </a:pathLst>
          </a:custGeom>
          <a:gradFill>
            <a:gsLst>
              <a:gs pos="0">
                <a:srgbClr val="CCE3F7"/>
              </a:gs>
              <a:gs pos="50393">
                <a:srgbClr val="75ACEA"/>
              </a:gs>
              <a:gs pos="100000">
                <a:srgbClr val="0074D9"/>
              </a:gs>
            </a:gsLst>
            <a:lin ang="0" scaled="1"/>
          </a:gradFill>
          <a:ln w="23812">
            <a:solidFill>
              <a:srgbClr val="000000"/>
            </a:solidFill>
          </a:ln>
        </p:spPr>
      </p:sp>
      <p:sp>
        <p:nvSpPr>
          <p:cNvPr id="119" name="Freeform 119"/>
          <p:cNvSpPr/>
          <p:nvPr/>
        </p:nvSpPr>
        <p:spPr>
          <a:xfrm>
            <a:off x="2106977" y="1878072"/>
            <a:ext cx="838200" cy="838200"/>
          </a:xfrm>
          <a:custGeom>
            <a:avLst/>
            <a:gdLst/>
            <a:ahLst/>
            <a:cxnLst/>
            <a:rect l="l" t="t" r="r" b="b"/>
            <a:pathLst>
              <a:path w="838200" h="838200">
                <a:moveTo>
                  <a:pt x="0" y="0"/>
                </a:moveTo>
                <a:moveTo>
                  <a:pt x="0" y="0"/>
                </a:moveTo>
                <a:lnTo>
                  <a:pt x="838200" y="0"/>
                </a:lnTo>
                <a:lnTo>
                  <a:pt x="8382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120" name="Freeform 120"/>
          <p:cNvSpPr/>
          <p:nvPr/>
        </p:nvSpPr>
        <p:spPr>
          <a:xfrm>
            <a:off x="3954827" y="1820922"/>
            <a:ext cx="952499" cy="952500"/>
          </a:xfrm>
          <a:custGeom>
            <a:avLst/>
            <a:gdLst/>
            <a:ahLst/>
            <a:cxnLst/>
            <a:rect l="l" t="t" r="r" b="b"/>
            <a:pathLst>
              <a:path w="952499" h="952500">
                <a:moveTo>
                  <a:pt x="0" y="0"/>
                </a:moveTo>
                <a:moveTo>
                  <a:pt x="476250" y="0"/>
                </a:moveTo>
                <a:cubicBezTo>
                  <a:pt x="213463" y="0"/>
                  <a:pt x="0" y="213463"/>
                  <a:pt x="0" y="476250"/>
                </a:cubicBezTo>
                <a:cubicBezTo>
                  <a:pt x="0" y="739037"/>
                  <a:pt x="213463" y="952500"/>
                  <a:pt x="476250" y="952500"/>
                </a:cubicBezTo>
                <a:cubicBezTo>
                  <a:pt x="739037" y="952500"/>
                  <a:pt x="952500" y="739037"/>
                  <a:pt x="952500" y="476250"/>
                </a:cubicBezTo>
                <a:cubicBezTo>
                  <a:pt x="952500" y="213463"/>
                  <a:pt x="739037" y="0"/>
                  <a:pt x="476250" y="0"/>
                </a:cubicBezTo>
                <a:close/>
              </a:path>
            </a:pathLst>
          </a:custGeom>
          <a:gradFill>
            <a:gsLst>
              <a:gs pos="0">
                <a:srgbClr val="CCE3F7"/>
              </a:gs>
              <a:gs pos="50393">
                <a:srgbClr val="75ACEA"/>
              </a:gs>
              <a:gs pos="100000">
                <a:srgbClr val="0074D9"/>
              </a:gs>
            </a:gsLst>
            <a:lin ang="0" scaled="1"/>
          </a:gradFill>
          <a:ln w="23812">
            <a:solidFill>
              <a:srgbClr val="000000"/>
            </a:solidFill>
          </a:ln>
        </p:spPr>
      </p:sp>
      <p:sp>
        <p:nvSpPr>
          <p:cNvPr id="121" name="Freeform 121"/>
          <p:cNvSpPr/>
          <p:nvPr/>
        </p:nvSpPr>
        <p:spPr>
          <a:xfrm>
            <a:off x="4011977" y="1878072"/>
            <a:ext cx="838200" cy="838200"/>
          </a:xfrm>
          <a:custGeom>
            <a:avLst/>
            <a:gdLst/>
            <a:ahLst/>
            <a:cxnLst/>
            <a:rect l="l" t="t" r="r" b="b"/>
            <a:pathLst>
              <a:path w="838200" h="838200">
                <a:moveTo>
                  <a:pt x="0" y="0"/>
                </a:moveTo>
                <a:moveTo>
                  <a:pt x="0" y="0"/>
                </a:moveTo>
                <a:lnTo>
                  <a:pt x="838200" y="0"/>
                </a:lnTo>
                <a:lnTo>
                  <a:pt x="8382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122" name="Freeform 122"/>
          <p:cNvSpPr/>
          <p:nvPr/>
        </p:nvSpPr>
        <p:spPr>
          <a:xfrm>
            <a:off x="5919358" y="1880454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7" h="833437">
                <a:moveTo>
                  <a:pt x="0" y="0"/>
                </a:moveTo>
                <a:moveTo>
                  <a:pt x="416719" y="0"/>
                </a:moveTo>
                <a:cubicBezTo>
                  <a:pt x="186780" y="0"/>
                  <a:pt x="0" y="186780"/>
                  <a:pt x="0" y="416719"/>
                </a:cubicBezTo>
                <a:cubicBezTo>
                  <a:pt x="0" y="646657"/>
                  <a:pt x="186780" y="833438"/>
                  <a:pt x="416719" y="833438"/>
                </a:cubicBezTo>
                <a:cubicBezTo>
                  <a:pt x="646657" y="833438"/>
                  <a:pt x="833438" y="646657"/>
                  <a:pt x="833438" y="416719"/>
                </a:cubicBezTo>
                <a:cubicBezTo>
                  <a:pt x="833438" y="186780"/>
                  <a:pt x="646657" y="0"/>
                  <a:pt x="416719" y="0"/>
                </a:cubicBezTo>
                <a:close/>
              </a:path>
            </a:pathLst>
          </a:custGeom>
          <a:gradFill>
            <a:gsLst>
              <a:gs pos="0">
                <a:srgbClr val="CCE3F7"/>
              </a:gs>
              <a:gs pos="50393">
                <a:srgbClr val="75ACEA"/>
              </a:gs>
              <a:gs pos="100000">
                <a:srgbClr val="0074D9"/>
              </a:gs>
            </a:gsLst>
            <a:lin ang="0" scaled="1"/>
          </a:gradFill>
          <a:ln w="23812">
            <a:solidFill>
              <a:srgbClr val="000000"/>
            </a:solidFill>
          </a:ln>
        </p:spPr>
      </p:sp>
      <p:sp>
        <p:nvSpPr>
          <p:cNvPr id="123" name="Freeform 123"/>
          <p:cNvSpPr/>
          <p:nvPr/>
        </p:nvSpPr>
        <p:spPr>
          <a:xfrm>
            <a:off x="5859827" y="1820922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0" y="0"/>
                </a:moveTo>
                <a:moveTo>
                  <a:pt x="476250" y="0"/>
                </a:moveTo>
                <a:cubicBezTo>
                  <a:pt x="213463" y="0"/>
                  <a:pt x="0" y="213463"/>
                  <a:pt x="0" y="476250"/>
                </a:cubicBezTo>
                <a:cubicBezTo>
                  <a:pt x="0" y="739037"/>
                  <a:pt x="213463" y="952500"/>
                  <a:pt x="476250" y="952500"/>
                </a:cubicBezTo>
                <a:cubicBezTo>
                  <a:pt x="739037" y="952500"/>
                  <a:pt x="952500" y="739037"/>
                  <a:pt x="952500" y="476250"/>
                </a:cubicBezTo>
                <a:cubicBezTo>
                  <a:pt x="952500" y="213463"/>
                  <a:pt x="739037" y="0"/>
                  <a:pt x="476250" y="0"/>
                </a:cubicBezTo>
                <a:close/>
              </a:path>
            </a:pathLst>
          </a:custGeom>
          <a:noFill/>
          <a:ln w="23812">
            <a:solidFill>
              <a:srgbClr val="000000"/>
            </a:solidFill>
          </a:ln>
        </p:spPr>
      </p:sp>
      <p:sp>
        <p:nvSpPr>
          <p:cNvPr id="124" name="Freeform 124"/>
          <p:cNvSpPr/>
          <p:nvPr/>
        </p:nvSpPr>
        <p:spPr>
          <a:xfrm>
            <a:off x="5916977" y="1878072"/>
            <a:ext cx="838200" cy="838200"/>
          </a:xfrm>
          <a:custGeom>
            <a:avLst/>
            <a:gdLst/>
            <a:ahLst/>
            <a:cxnLst/>
            <a:rect l="l" t="t" r="r" b="b"/>
            <a:pathLst>
              <a:path w="838200" h="838200">
                <a:moveTo>
                  <a:pt x="0" y="0"/>
                </a:moveTo>
                <a:moveTo>
                  <a:pt x="0" y="0"/>
                </a:moveTo>
                <a:lnTo>
                  <a:pt x="838200" y="0"/>
                </a:lnTo>
                <a:lnTo>
                  <a:pt x="8382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125" name="Freeform 125"/>
          <p:cNvSpPr/>
          <p:nvPr/>
        </p:nvSpPr>
        <p:spPr>
          <a:xfrm>
            <a:off x="0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26" name="Freeform 126"/>
          <p:cNvSpPr/>
          <p:nvPr/>
        </p:nvSpPr>
        <p:spPr>
          <a:xfrm>
            <a:off x="2004745" y="4367812"/>
            <a:ext cx="4009500" cy="142875"/>
          </a:xfrm>
          <a:custGeom>
            <a:avLst/>
            <a:gdLst/>
            <a:ahLst/>
            <a:cxnLst/>
            <a:rect l="l" t="t" r="r" b="b"/>
            <a:pathLst>
              <a:path w="4009500" h="142875">
                <a:moveTo>
                  <a:pt x="0" y="0"/>
                </a:moveTo>
                <a:lnTo>
                  <a:pt x="0" y="142875"/>
                </a:lnTo>
                <a:lnTo>
                  <a:pt x="4009500" y="142875"/>
                </a:lnTo>
                <a:lnTo>
                  <a:pt x="4009500" y="0"/>
                </a:lnTo>
                <a:close/>
              </a:path>
            </a:pathLst>
          </a:custGeom>
          <a:solidFill>
            <a:srgbClr val="176B87"/>
          </a:solidFill>
        </p:spPr>
      </p:sp>
      <p:sp>
        <p:nvSpPr>
          <p:cNvPr id="127" name="Freeform 127"/>
          <p:cNvSpPr/>
          <p:nvPr/>
        </p:nvSpPr>
        <p:spPr>
          <a:xfrm>
            <a:off x="6014246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28" name="TextBox 127"/>
          <p:cNvSpPr txBox="1"/>
          <p:nvPr/>
        </p:nvSpPr>
        <p:spPr>
          <a:xfrm>
            <a:off x="119062" y="57588"/>
            <a:ext cx="2994385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32">
                <a:solidFill>
                  <a:srgbClr val="04364A"/>
                </a:solidFill>
                <a:latin typeface="Arial"/>
              </a:rPr>
              <a:t>1.6</a:t>
            </a:r>
            <a:r>
              <a:rPr b="1" i="0" sz="2232">
                <a:solidFill>
                  <a:srgbClr val="04364A"/>
                </a:solidFill>
                <a:latin typeface="Arial"/>
              </a:rPr>
              <a:t> Fletcher Animation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222101" y="76285"/>
            <a:ext cx="1677839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A7B9C0"/>
                </a:solidFill>
                <a:latin typeface="Arial"/>
              </a:rPr>
              <a:t>1.</a:t>
            </a:r>
            <a:r>
              <a:rPr b="0" i="0" sz="1860">
                <a:solidFill>
                  <a:srgbClr val="A7B9C0"/>
                </a:solidFill>
                <a:latin typeface="Arial"/>
              </a:rPr>
              <a:t> Animation</a:t>
            </a:r>
            <a:r>
              <a:rPr b="0" i="0" sz="1874">
                <a:solidFill>
                  <a:srgbClr val="A7B9C0"/>
                </a:solidFill>
                <a:latin typeface="Consolas"/>
              </a:rPr>
              <a:t> 🏫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76250" y="443960"/>
            <a:ext cx="3070136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Fletcher Animation in Touying: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182006" y="958643"/>
            <a:ext cx="688151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000000"/>
                </a:solidFill>
                <a:latin typeface="Consolas"/>
              </a:rPr>
              <a:t>read()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134506" y="1976780"/>
            <a:ext cx="688151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000000"/>
                </a:solidFill>
                <a:latin typeface="Consolas"/>
              </a:rPr>
              <a:t>read()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982165" y="1976780"/>
            <a:ext cx="802838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000000"/>
                </a:solidFill>
                <a:latin typeface="Consolas"/>
              </a:rPr>
              <a:t>close()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23875" y="2197331"/>
            <a:ext cx="1146899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000000"/>
                </a:solidFill>
                <a:latin typeface="Consolas"/>
              </a:rPr>
              <a:t>open(path)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24656" y="2217143"/>
            <a:ext cx="802838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000000"/>
                </a:solidFill>
                <a:latin typeface="Consolas"/>
              </a:rPr>
              <a:t>reading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259037" y="2217143"/>
            <a:ext cx="344075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000000"/>
                </a:solidFill>
                <a:latin typeface="Consolas"/>
              </a:rPr>
              <a:t>eof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992006" y="2217143"/>
            <a:ext cx="688151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000000"/>
                </a:solidFill>
                <a:latin typeface="Consolas"/>
              </a:rPr>
              <a:t>closed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029665" y="3298545"/>
            <a:ext cx="802838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000000"/>
                </a:solidFill>
                <a:latin typeface="Consolas"/>
              </a:rPr>
              <a:t>close()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44638" y="4394996"/>
            <a:ext cx="31546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Authors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919242" y="4394996"/>
            <a:ext cx="18050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744">
                <a:solidFill>
                  <a:srgbClr val="FFFFFF"/>
                </a:solidFill>
                <a:latin typeface="Arial"/>
              </a:rPr>
              <a:t>Title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481505" y="4394996"/>
            <a:ext cx="4187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2026-04-15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340479" y="4394996"/>
            <a:ext cx="21125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744">
                <a:solidFill>
                  <a:srgbClr val="FFFFFF"/>
                </a:solidFill>
                <a:latin typeface="Arial"/>
              </a:rPr>
              <a:t>8 / </a:t>
            </a:r>
            <a:r>
              <a:rPr b="0" i="0" sz="744">
                <a:solidFill>
                  <a:srgbClr val="FFFFFF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1889550" y="2566387"/>
            <a:ext cx="2384943" cy="19050"/>
          </a:xfrm>
          <a:custGeom>
            <a:avLst/>
            <a:gdLst/>
            <a:ahLst/>
            <a:cxnLst/>
            <a:rect l="l" t="t" r="r" b="b"/>
            <a:pathLst>
              <a:path w="2384943" h="19050">
                <a:moveTo>
                  <a:pt x="0" y="0"/>
                </a:moveTo>
                <a:lnTo>
                  <a:pt x="0" y="19050"/>
                </a:lnTo>
                <a:lnTo>
                  <a:pt x="2384944" y="19050"/>
                </a:lnTo>
                <a:lnTo>
                  <a:pt x="2384944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4274496" y="2566387"/>
            <a:ext cx="1854956" cy="19050"/>
          </a:xfrm>
          <a:custGeom>
            <a:avLst/>
            <a:gdLst/>
            <a:ahLst/>
            <a:cxnLst/>
            <a:rect l="l" t="t" r="r" b="b"/>
            <a:pathLst>
              <a:path w="1854956" h="19050">
                <a:moveTo>
                  <a:pt x="0" y="0"/>
                </a:moveTo>
                <a:lnTo>
                  <a:pt x="0" y="19050"/>
                </a:lnTo>
                <a:lnTo>
                  <a:pt x="1854956" y="19050"/>
                </a:lnTo>
                <a:lnTo>
                  <a:pt x="1854956" y="0"/>
                </a:lnTo>
                <a:close/>
              </a:path>
            </a:pathLst>
          </a:custGeom>
          <a:solidFill>
            <a:srgbClr val="A0A0A0"/>
          </a:solidFill>
        </p:spPr>
      </p:sp>
      <p:sp>
        <p:nvSpPr>
          <p:cNvPr id="102" name="TextBox 101"/>
          <p:cNvSpPr txBox="1"/>
          <p:nvPr/>
        </p:nvSpPr>
        <p:spPr>
          <a:xfrm>
            <a:off x="1889550" y="2050761"/>
            <a:ext cx="2006336" cy="3571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790">
                <a:solidFill>
                  <a:srgbClr val="04364A"/>
                </a:solidFill>
                <a:latin typeface="Arial"/>
              </a:rPr>
              <a:t>2.</a:t>
            </a:r>
            <a:r>
              <a:rPr b="1" i="0" sz="2790">
                <a:solidFill>
                  <a:srgbClr val="04364A"/>
                </a:solidFill>
                <a:latin typeface="Arial"/>
              </a:rPr>
              <a:t> Theorems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0" y="0"/>
            <a:ext cx="5011874" cy="19050"/>
          </a:xfrm>
          <a:custGeom>
            <a:avLst/>
            <a:gdLst/>
            <a:ahLst/>
            <a:cxnLst/>
            <a:rect l="l" t="t" r="r" b="b"/>
            <a:pathLst>
              <a:path w="5011874" h="19050">
                <a:moveTo>
                  <a:pt x="0" y="0"/>
                </a:moveTo>
                <a:lnTo>
                  <a:pt x="0" y="19050"/>
                </a:lnTo>
                <a:lnTo>
                  <a:pt x="5011875" y="19050"/>
                </a:lnTo>
                <a:lnTo>
                  <a:pt x="5011875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5011874" y="0"/>
            <a:ext cx="3007124" cy="19050"/>
          </a:xfrm>
          <a:custGeom>
            <a:avLst/>
            <a:gdLst/>
            <a:ahLst/>
            <a:cxnLst/>
            <a:rect l="l" t="t" r="r" b="b"/>
            <a:pathLst>
              <a:path w="3007124" h="19050">
                <a:moveTo>
                  <a:pt x="0" y="0"/>
                </a:moveTo>
                <a:lnTo>
                  <a:pt x="0" y="19050"/>
                </a:lnTo>
                <a:lnTo>
                  <a:pt x="3007125" y="19050"/>
                </a:lnTo>
                <a:lnTo>
                  <a:pt x="3007125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2" name="Freeform 102"/>
          <p:cNvSpPr/>
          <p:nvPr/>
        </p:nvSpPr>
        <p:spPr>
          <a:xfrm>
            <a:off x="476250" y="476250"/>
            <a:ext cx="7066500" cy="1255871"/>
          </a:xfrm>
          <a:custGeom>
            <a:avLst/>
            <a:gdLst/>
            <a:ahLst/>
            <a:cxnLst/>
            <a:rect l="l" t="t" r="r" b="b"/>
            <a:pathLst>
              <a:path w="7066500" h="1255871">
                <a:moveTo>
                  <a:pt x="0" y="0"/>
                </a:moveTo>
                <a:moveTo>
                  <a:pt x="0" y="95250"/>
                </a:moveTo>
                <a:cubicBezTo>
                  <a:pt x="0" y="42645"/>
                  <a:pt x="42645" y="0"/>
                  <a:pt x="95250" y="0"/>
                </a:cubicBezTo>
                <a:lnTo>
                  <a:pt x="6971250" y="0"/>
                </a:lnTo>
                <a:cubicBezTo>
                  <a:pt x="7023855" y="0"/>
                  <a:pt x="7066500" y="42645"/>
                  <a:pt x="7066500" y="95250"/>
                </a:cubicBezTo>
                <a:lnTo>
                  <a:pt x="7066500" y="1160621"/>
                </a:lnTo>
                <a:cubicBezTo>
                  <a:pt x="7066500" y="1213226"/>
                  <a:pt x="7023855" y="1255871"/>
                  <a:pt x="6971250" y="1255871"/>
                </a:cubicBezTo>
                <a:lnTo>
                  <a:pt x="95250" y="1255871"/>
                </a:lnTo>
                <a:cubicBezTo>
                  <a:pt x="42645" y="1255871"/>
                  <a:pt x="0" y="1213226"/>
                  <a:pt x="0" y="1160621"/>
                </a:cubicBezTo>
                <a:close/>
              </a:path>
            </a:pathLst>
          </a:custGeom>
          <a:solidFill>
            <a:srgbClr val="E2F0EA"/>
          </a:solidFill>
        </p:spPr>
      </p:sp>
      <p:sp>
        <p:nvSpPr>
          <p:cNvPr id="103" name="Freeform 103"/>
          <p:cNvSpPr/>
          <p:nvPr/>
        </p:nvSpPr>
        <p:spPr>
          <a:xfrm>
            <a:off x="5295661" y="658177"/>
            <a:ext cx="1339215" cy="271462"/>
          </a:xfrm>
          <a:custGeom>
            <a:avLst/>
            <a:gdLst/>
            <a:ahLst/>
            <a:cxnLst/>
            <a:rect l="l" t="t" r="r" b="b"/>
            <a:pathLst>
              <a:path w="1339215" h="271462">
                <a:moveTo>
                  <a:pt x="0" y="0"/>
                </a:moveTo>
                <a:lnTo>
                  <a:pt x="0" y="271462"/>
                </a:lnTo>
                <a:lnTo>
                  <a:pt x="1339215" y="271462"/>
                </a:lnTo>
                <a:lnTo>
                  <a:pt x="1339215" y="0"/>
                </a:lnTo>
                <a:close/>
              </a:path>
            </a:pathLst>
          </a:custGeom>
          <a:solidFill>
            <a:srgbClr val="FFFD11">
              <a:alpha val="63137"/>
            </a:srgbClr>
          </a:solidFill>
        </p:spPr>
      </p:sp>
      <p:sp>
        <p:nvSpPr>
          <p:cNvPr id="104" name="Freeform 104"/>
          <p:cNvSpPr/>
          <p:nvPr/>
        </p:nvSpPr>
        <p:spPr>
          <a:xfrm>
            <a:off x="476250" y="2017871"/>
            <a:ext cx="7066500" cy="950356"/>
          </a:xfrm>
          <a:custGeom>
            <a:avLst/>
            <a:gdLst/>
            <a:ahLst/>
            <a:cxnLst/>
            <a:rect l="l" t="t" r="r" b="b"/>
            <a:pathLst>
              <a:path w="7066500" h="950356">
                <a:moveTo>
                  <a:pt x="0" y="0"/>
                </a:moveTo>
                <a:moveTo>
                  <a:pt x="0" y="95250"/>
                </a:moveTo>
                <a:cubicBezTo>
                  <a:pt x="0" y="42645"/>
                  <a:pt x="42645" y="0"/>
                  <a:pt x="95250" y="0"/>
                </a:cubicBezTo>
                <a:lnTo>
                  <a:pt x="6971250" y="0"/>
                </a:lnTo>
                <a:cubicBezTo>
                  <a:pt x="7023855" y="0"/>
                  <a:pt x="7066500" y="42645"/>
                  <a:pt x="7066500" y="95250"/>
                </a:cubicBezTo>
                <a:lnTo>
                  <a:pt x="7066500" y="855107"/>
                </a:lnTo>
                <a:cubicBezTo>
                  <a:pt x="7066500" y="907712"/>
                  <a:pt x="7023855" y="950357"/>
                  <a:pt x="6971250" y="950357"/>
                </a:cubicBezTo>
                <a:lnTo>
                  <a:pt x="95250" y="950357"/>
                </a:lnTo>
                <a:cubicBezTo>
                  <a:pt x="42645" y="950357"/>
                  <a:pt x="0" y="907712"/>
                  <a:pt x="0" y="855107"/>
                </a:cubicBezTo>
                <a:close/>
              </a:path>
            </a:pathLst>
          </a:custGeom>
          <a:solidFill>
            <a:srgbClr val="EAFAEC"/>
          </a:solidFill>
        </p:spPr>
      </p:sp>
      <p:sp>
        <p:nvSpPr>
          <p:cNvPr id="105" name="Freeform 105"/>
          <p:cNvSpPr/>
          <p:nvPr/>
        </p:nvSpPr>
        <p:spPr>
          <a:xfrm>
            <a:off x="476250" y="3253978"/>
            <a:ext cx="7066500" cy="632936"/>
          </a:xfrm>
          <a:custGeom>
            <a:avLst/>
            <a:gdLst/>
            <a:ahLst/>
            <a:cxnLst/>
            <a:rect l="l" t="t" r="r" b="b"/>
            <a:pathLst>
              <a:path w="7066500" h="632936">
                <a:moveTo>
                  <a:pt x="0" y="0"/>
                </a:moveTo>
                <a:moveTo>
                  <a:pt x="0" y="95250"/>
                </a:moveTo>
                <a:cubicBezTo>
                  <a:pt x="0" y="42645"/>
                  <a:pt x="42645" y="0"/>
                  <a:pt x="95250" y="0"/>
                </a:cubicBezTo>
                <a:lnTo>
                  <a:pt x="6971250" y="0"/>
                </a:lnTo>
                <a:cubicBezTo>
                  <a:pt x="7023855" y="0"/>
                  <a:pt x="7066500" y="42645"/>
                  <a:pt x="7066500" y="95250"/>
                </a:cubicBezTo>
                <a:lnTo>
                  <a:pt x="7066500" y="537686"/>
                </a:lnTo>
                <a:cubicBezTo>
                  <a:pt x="7066500" y="590291"/>
                  <a:pt x="7023855" y="632936"/>
                  <a:pt x="6971250" y="632936"/>
                </a:cubicBezTo>
                <a:lnTo>
                  <a:pt x="95250" y="632936"/>
                </a:lnTo>
                <a:cubicBezTo>
                  <a:pt x="42645" y="632936"/>
                  <a:pt x="0" y="590291"/>
                  <a:pt x="0" y="537686"/>
                </a:cubicBezTo>
                <a:close/>
              </a:path>
            </a:pathLst>
          </a:custGeom>
          <a:solidFill>
            <a:srgbClr val="FFE3E1"/>
          </a:solidFill>
        </p:spPr>
      </p:sp>
      <p:sp>
        <p:nvSpPr>
          <p:cNvPr id="106" name="Freeform 106"/>
          <p:cNvSpPr/>
          <p:nvPr/>
        </p:nvSpPr>
        <p:spPr>
          <a:xfrm>
            <a:off x="0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7" name="Freeform 107"/>
          <p:cNvSpPr/>
          <p:nvPr/>
        </p:nvSpPr>
        <p:spPr>
          <a:xfrm>
            <a:off x="2004745" y="4367812"/>
            <a:ext cx="4009500" cy="142875"/>
          </a:xfrm>
          <a:custGeom>
            <a:avLst/>
            <a:gdLst/>
            <a:ahLst/>
            <a:cxnLst/>
            <a:rect l="l" t="t" r="r" b="b"/>
            <a:pathLst>
              <a:path w="4009500" h="142875">
                <a:moveTo>
                  <a:pt x="0" y="0"/>
                </a:moveTo>
                <a:lnTo>
                  <a:pt x="0" y="142875"/>
                </a:lnTo>
                <a:lnTo>
                  <a:pt x="4009500" y="142875"/>
                </a:lnTo>
                <a:lnTo>
                  <a:pt x="4009500" y="0"/>
                </a:lnTo>
                <a:close/>
              </a:path>
            </a:pathLst>
          </a:custGeom>
          <a:solidFill>
            <a:srgbClr val="176B87"/>
          </a:solidFill>
        </p:spPr>
      </p:sp>
      <p:sp>
        <p:nvSpPr>
          <p:cNvPr id="108" name="Freeform 108"/>
          <p:cNvSpPr/>
          <p:nvPr/>
        </p:nvSpPr>
        <p:spPr>
          <a:xfrm>
            <a:off x="6014246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9" name="TextBox 108"/>
          <p:cNvSpPr txBox="1"/>
          <p:nvPr/>
        </p:nvSpPr>
        <p:spPr>
          <a:xfrm>
            <a:off x="119062" y="57588"/>
            <a:ext cx="2456032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32">
                <a:solidFill>
                  <a:srgbClr val="04364A"/>
                </a:solidFill>
                <a:latin typeface="Arial"/>
              </a:rPr>
              <a:t>2.1</a:t>
            </a:r>
            <a:r>
              <a:rPr b="1" i="0" sz="2232">
                <a:solidFill>
                  <a:srgbClr val="04364A"/>
                </a:solidFill>
                <a:latin typeface="Arial"/>
              </a:rPr>
              <a:t> Prime numbers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94491" y="76285"/>
            <a:ext cx="1605449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A7B9C0"/>
                </a:solidFill>
                <a:latin typeface="Arial"/>
              </a:rPr>
              <a:t>2.</a:t>
            </a:r>
            <a:r>
              <a:rPr b="0" i="0" sz="1860">
                <a:solidFill>
                  <a:srgbClr val="A7B9C0"/>
                </a:solidFill>
                <a:latin typeface="Arial"/>
              </a:rPr>
              <a:t> Theorems</a:t>
            </a:r>
            <a:r>
              <a:rPr b="0" i="0" sz="1874">
                <a:solidFill>
                  <a:srgbClr val="A7B9C0"/>
                </a:solidFill>
                <a:latin typeface="Consolas"/>
              </a:rPr>
              <a:t> 🏫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14375" y="682085"/>
            <a:ext cx="6534635" cy="8610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/>
            <a:r>
              <a:rPr b="1" i="0" sz="1860">
                <a:solidFill>
                  <a:srgbClr val="04364A"/>
                </a:solidFill>
                <a:latin typeface="Arial"/>
              </a:rPr>
              <a:t>Definition</a:t>
            </a:r>
            <a:r>
              <a:rPr b="1" i="0" sz="1860">
                <a:solidFill>
                  <a:srgbClr val="04364A"/>
                </a:solidFill>
                <a:latin typeface="Arial"/>
              </a:rPr>
              <a:t> 2.1.1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 A natural number is called a </a:t>
            </a:r>
            <a:r>
              <a:rPr b="0" i="1" sz="1860">
                <a:solidFill>
                  <a:srgbClr val="000000"/>
                </a:solidFill>
                <a:latin typeface="Arial"/>
              </a:rPr>
              <a:t>prime number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if it is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greater than 1 and cannot be written as the product of two smaller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natural numbers.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14375" y="2229659"/>
            <a:ext cx="6108611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60">
                <a:solidFill>
                  <a:srgbClr val="04364A"/>
                </a:solidFill>
                <a:latin typeface="Arial"/>
              </a:rPr>
              <a:t>Example</a:t>
            </a:r>
            <a:r>
              <a:rPr b="1" i="0" sz="1860">
                <a:solidFill>
                  <a:srgbClr val="04364A"/>
                </a:solidFill>
                <a:latin typeface="Arial"/>
              </a:rPr>
              <a:t> 2.1.2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 The numbers 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2</a:t>
            </a:r>
            <a:r>
              <a:rPr b="0" i="0" sz="1860">
                <a:solidFill>
                  <a:srgbClr val="000000"/>
                </a:solidFill>
                <a:latin typeface="Arial"/>
              </a:rPr>
              <a:t>, 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3</a:t>
            </a:r>
            <a:r>
              <a:rPr b="0" i="0" sz="1860">
                <a:solidFill>
                  <a:srgbClr val="000000"/>
                </a:solidFill>
                <a:latin typeface="Arial"/>
              </a:rPr>
              <a:t>, and 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1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7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are prime. </a:t>
            </a:r>
            <a:r>
              <a:rPr b="0" i="0" sz="1860">
                <a:solidFill>
                  <a:srgbClr val="000000"/>
                </a:solidFill>
                <a:latin typeface="Arial"/>
              </a:rPr>
              <a:t>Corollary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14375" y="2541127"/>
            <a:ext cx="4261256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2.1.3.1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shows that this list is not exhaustive!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14375" y="3459813"/>
            <a:ext cx="5801896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60">
                <a:solidFill>
                  <a:srgbClr val="04364A"/>
                </a:solidFill>
                <a:latin typeface="Arial"/>
              </a:rPr>
              <a:t>Theorem</a:t>
            </a:r>
            <a:r>
              <a:rPr b="1" i="0" sz="1860">
                <a:solidFill>
                  <a:srgbClr val="04364A"/>
                </a:solidFill>
                <a:latin typeface="Arial"/>
              </a:rPr>
              <a:t> 2.1.3</a:t>
            </a:r>
            <a:r>
              <a:rPr b="1" i="0" sz="1860">
                <a:solidFill>
                  <a:srgbClr val="04364A"/>
                </a:solidFill>
                <a:latin typeface="Arial"/>
              </a:rPr>
              <a:t> (Euclid)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 There are infinitely many primes.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44638" y="4394996"/>
            <a:ext cx="31546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Authors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19242" y="4394996"/>
            <a:ext cx="18050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744">
                <a:solidFill>
                  <a:srgbClr val="FFFFFF"/>
                </a:solidFill>
                <a:latin typeface="Arial"/>
              </a:rPr>
              <a:t>Title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466741" y="4394996"/>
            <a:ext cx="4187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2026-04-15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310951" y="4394996"/>
            <a:ext cx="255548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744">
                <a:solidFill>
                  <a:srgbClr val="FFFFFF"/>
                </a:solidFill>
                <a:latin typeface="Arial"/>
              </a:rPr>
              <a:t>10 / </a:t>
            </a:r>
            <a:r>
              <a:rPr b="0" i="0" sz="744">
                <a:solidFill>
                  <a:srgbClr val="FFFFFF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0" y="0"/>
            <a:ext cx="5513062" cy="19050"/>
          </a:xfrm>
          <a:custGeom>
            <a:avLst/>
            <a:gdLst/>
            <a:ahLst/>
            <a:cxnLst/>
            <a:rect l="l" t="t" r="r" b="b"/>
            <a:pathLst>
              <a:path w="5513062" h="19050">
                <a:moveTo>
                  <a:pt x="0" y="0"/>
                </a:moveTo>
                <a:lnTo>
                  <a:pt x="0" y="19050"/>
                </a:lnTo>
                <a:lnTo>
                  <a:pt x="5513062" y="19050"/>
                </a:lnTo>
                <a:lnTo>
                  <a:pt x="5513062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5513060" y="0"/>
            <a:ext cx="2505937" cy="19050"/>
          </a:xfrm>
          <a:custGeom>
            <a:avLst/>
            <a:gdLst/>
            <a:ahLst/>
            <a:cxnLst/>
            <a:rect l="l" t="t" r="r" b="b"/>
            <a:pathLst>
              <a:path w="2505937" h="19050">
                <a:moveTo>
                  <a:pt x="0" y="0"/>
                </a:moveTo>
                <a:lnTo>
                  <a:pt x="0" y="19050"/>
                </a:lnTo>
                <a:lnTo>
                  <a:pt x="2505937" y="19050"/>
                </a:lnTo>
                <a:lnTo>
                  <a:pt x="2505937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2" name="Freeform 102"/>
          <p:cNvSpPr/>
          <p:nvPr/>
        </p:nvSpPr>
        <p:spPr>
          <a:xfrm>
            <a:off x="476250" y="2337196"/>
            <a:ext cx="7066500" cy="632936"/>
          </a:xfrm>
          <a:custGeom>
            <a:avLst/>
            <a:gdLst/>
            <a:ahLst/>
            <a:cxnLst/>
            <a:rect l="l" t="t" r="r" b="b"/>
            <a:pathLst>
              <a:path w="7066500" h="632936">
                <a:moveTo>
                  <a:pt x="0" y="0"/>
                </a:moveTo>
                <a:moveTo>
                  <a:pt x="0" y="95250"/>
                </a:moveTo>
                <a:cubicBezTo>
                  <a:pt x="0" y="42645"/>
                  <a:pt x="42645" y="0"/>
                  <a:pt x="95250" y="0"/>
                </a:cubicBezTo>
                <a:lnTo>
                  <a:pt x="6971250" y="0"/>
                </a:lnTo>
                <a:cubicBezTo>
                  <a:pt x="7023855" y="0"/>
                  <a:pt x="7066500" y="42645"/>
                  <a:pt x="7066500" y="95250"/>
                </a:cubicBezTo>
                <a:lnTo>
                  <a:pt x="7066500" y="537686"/>
                </a:lnTo>
                <a:cubicBezTo>
                  <a:pt x="7066500" y="590291"/>
                  <a:pt x="7023855" y="632936"/>
                  <a:pt x="6971250" y="632936"/>
                </a:cubicBezTo>
                <a:lnTo>
                  <a:pt x="95250" y="632936"/>
                </a:lnTo>
                <a:cubicBezTo>
                  <a:pt x="42645" y="632936"/>
                  <a:pt x="0" y="590291"/>
                  <a:pt x="0" y="537686"/>
                </a:cubicBezTo>
                <a:close/>
              </a:path>
            </a:pathLst>
          </a:custGeom>
          <a:solidFill>
            <a:srgbClr val="E6E9EC"/>
          </a:solidFill>
        </p:spPr>
      </p:sp>
      <p:sp>
        <p:nvSpPr>
          <p:cNvPr id="103" name="Freeform 103"/>
          <p:cNvSpPr/>
          <p:nvPr/>
        </p:nvSpPr>
        <p:spPr>
          <a:xfrm>
            <a:off x="476250" y="3255883"/>
            <a:ext cx="7066500" cy="632936"/>
          </a:xfrm>
          <a:custGeom>
            <a:avLst/>
            <a:gdLst/>
            <a:ahLst/>
            <a:cxnLst/>
            <a:rect l="l" t="t" r="r" b="b"/>
            <a:pathLst>
              <a:path w="7066500" h="632936">
                <a:moveTo>
                  <a:pt x="0" y="0"/>
                </a:moveTo>
                <a:moveTo>
                  <a:pt x="0" y="95250"/>
                </a:moveTo>
                <a:cubicBezTo>
                  <a:pt x="0" y="42645"/>
                  <a:pt x="42645" y="0"/>
                  <a:pt x="95250" y="0"/>
                </a:cubicBezTo>
                <a:lnTo>
                  <a:pt x="6971250" y="0"/>
                </a:lnTo>
                <a:cubicBezTo>
                  <a:pt x="7023855" y="0"/>
                  <a:pt x="7066500" y="42645"/>
                  <a:pt x="7066500" y="95250"/>
                </a:cubicBezTo>
                <a:lnTo>
                  <a:pt x="7066500" y="537686"/>
                </a:lnTo>
                <a:cubicBezTo>
                  <a:pt x="7066500" y="590291"/>
                  <a:pt x="7023855" y="632936"/>
                  <a:pt x="6971250" y="632936"/>
                </a:cubicBezTo>
                <a:lnTo>
                  <a:pt x="95250" y="632936"/>
                </a:lnTo>
                <a:cubicBezTo>
                  <a:pt x="42645" y="632936"/>
                  <a:pt x="0" y="590291"/>
                  <a:pt x="0" y="537686"/>
                </a:cubicBezTo>
                <a:close/>
              </a:path>
            </a:pathLst>
          </a:custGeom>
          <a:solidFill>
            <a:srgbClr val="E6E9EC"/>
          </a:solidFill>
        </p:spPr>
      </p:sp>
      <p:sp>
        <p:nvSpPr>
          <p:cNvPr id="104" name="Freeform 104"/>
          <p:cNvSpPr/>
          <p:nvPr/>
        </p:nvSpPr>
        <p:spPr>
          <a:xfrm>
            <a:off x="0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5" name="Freeform 105"/>
          <p:cNvSpPr/>
          <p:nvPr/>
        </p:nvSpPr>
        <p:spPr>
          <a:xfrm>
            <a:off x="2004745" y="4367812"/>
            <a:ext cx="4009500" cy="142875"/>
          </a:xfrm>
          <a:custGeom>
            <a:avLst/>
            <a:gdLst/>
            <a:ahLst/>
            <a:cxnLst/>
            <a:rect l="l" t="t" r="r" b="b"/>
            <a:pathLst>
              <a:path w="4009500" h="142875">
                <a:moveTo>
                  <a:pt x="0" y="0"/>
                </a:moveTo>
                <a:lnTo>
                  <a:pt x="0" y="142875"/>
                </a:lnTo>
                <a:lnTo>
                  <a:pt x="4009500" y="142875"/>
                </a:lnTo>
                <a:lnTo>
                  <a:pt x="4009500" y="0"/>
                </a:lnTo>
                <a:close/>
              </a:path>
            </a:pathLst>
          </a:custGeom>
          <a:solidFill>
            <a:srgbClr val="176B87"/>
          </a:solidFill>
        </p:spPr>
      </p:sp>
      <p:sp>
        <p:nvSpPr>
          <p:cNvPr id="106" name="Freeform 106"/>
          <p:cNvSpPr/>
          <p:nvPr/>
        </p:nvSpPr>
        <p:spPr>
          <a:xfrm>
            <a:off x="6014246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7" name="TextBox 106"/>
          <p:cNvSpPr txBox="1"/>
          <p:nvPr/>
        </p:nvSpPr>
        <p:spPr>
          <a:xfrm>
            <a:off x="119062" y="57588"/>
            <a:ext cx="2456032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32">
                <a:solidFill>
                  <a:srgbClr val="04364A"/>
                </a:solidFill>
                <a:latin typeface="Arial"/>
              </a:rPr>
              <a:t>2.1</a:t>
            </a:r>
            <a:r>
              <a:rPr b="1" i="0" sz="2232">
                <a:solidFill>
                  <a:srgbClr val="04364A"/>
                </a:solidFill>
                <a:latin typeface="Arial"/>
              </a:rPr>
              <a:t> Prime numbers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94491" y="76285"/>
            <a:ext cx="1605449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A7B9C0"/>
                </a:solidFill>
                <a:latin typeface="Arial"/>
              </a:rPr>
              <a:t>2.</a:t>
            </a:r>
            <a:r>
              <a:rPr b="0" i="0" sz="1860">
                <a:solidFill>
                  <a:srgbClr val="A7B9C0"/>
                </a:solidFill>
                <a:latin typeface="Arial"/>
              </a:rPr>
              <a:t> Theorems</a:t>
            </a:r>
            <a:r>
              <a:rPr b="0" i="0" sz="1874">
                <a:solidFill>
                  <a:srgbClr val="A7B9C0"/>
                </a:solidFill>
                <a:latin typeface="Consolas"/>
              </a:rPr>
              <a:t> 🏫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76250" y="521350"/>
            <a:ext cx="6980815" cy="15078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b="0" i="1" sz="1860">
                <a:solidFill>
                  <a:srgbClr val="000000"/>
                </a:solidFill>
                <a:latin typeface="Arial"/>
              </a:rPr>
              <a:t>Proof</a:t>
            </a:r>
            <a:r>
              <a:rPr b="0" i="0" sz="1860">
                <a:solidFill>
                  <a:srgbClr val="000000"/>
                </a:solidFill>
                <a:latin typeface="Arial"/>
              </a:rPr>
              <a:t>. 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Suppose to the contrary that 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𝑝</a:t>
            </a:r>
            <a:r>
              <a:rPr b="0" i="0" sz="1860" baseline="-24000">
                <a:solidFill>
                  <a:srgbClr val="000000"/>
                </a:solidFill>
                <a:latin typeface="Cambria Math"/>
              </a:rPr>
              <a:t>1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,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 𝑝</a:t>
            </a:r>
            <a:r>
              <a:rPr b="0" i="0" sz="1860" baseline="-24000">
                <a:solidFill>
                  <a:srgbClr val="000000"/>
                </a:solidFill>
                <a:latin typeface="Cambria Math"/>
              </a:rPr>
              <a:t>2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,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 …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,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 𝑝</a:t>
            </a:r>
            <a:r>
              <a:rPr b="0" i="0" sz="1860" baseline="-24000">
                <a:solidFill>
                  <a:srgbClr val="000000"/>
                </a:solidFill>
                <a:latin typeface="Cambria Math"/>
              </a:rPr>
              <a:t>𝑛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is a finite enumeration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of all primes. Set 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𝑃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 =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 𝑝</a:t>
            </a:r>
            <a:r>
              <a:rPr b="0" i="0" sz="1860" baseline="-24000">
                <a:solidFill>
                  <a:srgbClr val="000000"/>
                </a:solidFill>
                <a:latin typeface="Cambria Math"/>
              </a:rPr>
              <a:t>1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𝑝</a:t>
            </a:r>
            <a:r>
              <a:rPr b="0" i="0" sz="1860" baseline="-24000">
                <a:solidFill>
                  <a:srgbClr val="000000"/>
                </a:solidFill>
                <a:latin typeface="Cambria Math"/>
              </a:rPr>
              <a:t>2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…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𝑝</a:t>
            </a:r>
            <a:r>
              <a:rPr b="0" i="0" sz="1860" baseline="-24000">
                <a:solidFill>
                  <a:srgbClr val="000000"/>
                </a:solidFill>
                <a:latin typeface="Cambria Math"/>
              </a:rPr>
              <a:t>𝑛</a:t>
            </a:r>
            <a:r>
              <a:rPr b="0" i="0" sz="1860">
                <a:solidFill>
                  <a:srgbClr val="000000"/>
                </a:solidFill>
                <a:latin typeface="Arial"/>
              </a:rPr>
              <a:t>. Since 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𝑃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 +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 1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is not in our list, it cannot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be prime. Thus, some prime factor 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𝑝</a:t>
            </a:r>
            <a:r>
              <a:rPr b="0" i="0" sz="1860" baseline="-24000">
                <a:solidFill>
                  <a:srgbClr val="000000"/>
                </a:solidFill>
                <a:latin typeface="Cambria Math"/>
              </a:rPr>
              <a:t>𝑗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divides 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𝑃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 +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 1</a:t>
            </a:r>
            <a:r>
              <a:rPr b="0" i="0" sz="1860">
                <a:solidFill>
                  <a:srgbClr val="000000"/>
                </a:solidFill>
                <a:latin typeface="Arial"/>
              </a:rPr>
              <a:t>. Since 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𝑝</a:t>
            </a:r>
            <a:r>
              <a:rPr b="0" i="0" sz="1860" baseline="-24000">
                <a:solidFill>
                  <a:srgbClr val="000000"/>
                </a:solidFill>
                <a:latin typeface="Cambria Math"/>
              </a:rPr>
              <a:t>𝑗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also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divides 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𝑃</a:t>
            </a:r>
            <a:r>
              <a:rPr b="0" i="0" sz="1860">
                <a:solidFill>
                  <a:srgbClr val="000000"/>
                </a:solidFill>
                <a:latin typeface="Arial"/>
              </a:rPr>
              <a:t>, it must divide the difference 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(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𝑃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 +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 1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)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 −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 𝑃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 =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 1</a:t>
            </a:r>
            <a:r>
              <a:rPr b="0" i="0" sz="1860">
                <a:solidFill>
                  <a:srgbClr val="000000"/>
                </a:solidFill>
                <a:latin typeface="Arial"/>
              </a:rPr>
              <a:t>, a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contradiction.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14375" y="2543032"/>
            <a:ext cx="5182542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60">
                <a:solidFill>
                  <a:srgbClr val="04364A"/>
                </a:solidFill>
                <a:latin typeface="Arial"/>
              </a:rPr>
              <a:t>Corollary</a:t>
            </a:r>
            <a:r>
              <a:rPr b="1" i="0" sz="1860">
                <a:solidFill>
                  <a:srgbClr val="04364A"/>
                </a:solidFill>
                <a:latin typeface="Arial"/>
              </a:rPr>
              <a:t> 2.1.3.1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 There is no largest prime number.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14375" y="3461718"/>
            <a:ext cx="6390541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60">
                <a:solidFill>
                  <a:srgbClr val="04364A"/>
                </a:solidFill>
                <a:latin typeface="Arial"/>
              </a:rPr>
              <a:t>Corollary</a:t>
            </a:r>
            <a:r>
              <a:rPr b="1" i="0" sz="1860">
                <a:solidFill>
                  <a:srgbClr val="04364A"/>
                </a:solidFill>
                <a:latin typeface="Arial"/>
              </a:rPr>
              <a:t> 2.1.3.2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 There are infinitely many composite numbers.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44638" y="4394996"/>
            <a:ext cx="31546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Authors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919242" y="4394996"/>
            <a:ext cx="18050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744">
                <a:solidFill>
                  <a:srgbClr val="FFFFFF"/>
                </a:solidFill>
                <a:latin typeface="Arial"/>
              </a:rPr>
              <a:t>Title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66741" y="4394996"/>
            <a:ext cx="4187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2026-04-15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310951" y="4394996"/>
            <a:ext cx="255548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744">
                <a:solidFill>
                  <a:srgbClr val="FFFFFF"/>
                </a:solidFill>
                <a:latin typeface="Arial"/>
              </a:rPr>
              <a:t>11 / </a:t>
            </a:r>
            <a:r>
              <a:rPr b="0" i="0" sz="744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216" name="MathGlyph 216"/>
          <p:cNvSpPr/>
          <p:nvPr/>
        </p:nvSpPr>
        <p:spPr>
          <a:xfrm>
            <a:off x="7370826" y="1841182"/>
            <a:ext cx="158591" cy="158591"/>
          </a:xfrm>
          <a:custGeom>
            <a:avLst/>
            <a:gdLst/>
            <a:ahLst/>
            <a:cxnLst/>
            <a:rect l="l" t="t" r="r" b="b"/>
            <a:pathLst>
              <a:path w="158591" h="158591">
                <a:moveTo>
                  <a:pt x="152876" y="158591"/>
                </a:moveTo>
                <a:cubicBezTo>
                  <a:pt x="156686" y="158591"/>
                  <a:pt x="158591" y="156686"/>
                  <a:pt x="158591" y="152876"/>
                </a:cubicBezTo>
                <a:lnTo>
                  <a:pt x="158591" y="5715"/>
                </a:lnTo>
                <a:cubicBezTo>
                  <a:pt x="158591" y="1905"/>
                  <a:pt x="156686" y="0"/>
                  <a:pt x="152876" y="0"/>
                </a:cubicBezTo>
                <a:lnTo>
                  <a:pt x="5715" y="0"/>
                </a:lnTo>
                <a:cubicBezTo>
                  <a:pt x="1905" y="0"/>
                  <a:pt x="0" y="1905"/>
                  <a:pt x="0" y="5715"/>
                </a:cubicBezTo>
                <a:lnTo>
                  <a:pt x="0" y="152876"/>
                </a:lnTo>
                <a:cubicBezTo>
                  <a:pt x="0" y="156686"/>
                  <a:pt x="1905" y="158591"/>
                  <a:pt x="5715" y="158591"/>
                </a:cubicBezTo>
                <a:close/>
                <a:moveTo>
                  <a:pt x="147399" y="11192"/>
                </a:moveTo>
                <a:lnTo>
                  <a:pt x="147399" y="147399"/>
                </a:lnTo>
                <a:lnTo>
                  <a:pt x="11192" y="147399"/>
                </a:lnTo>
                <a:lnTo>
                  <a:pt x="11192" y="1119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0" y="0"/>
            <a:ext cx="6014249" cy="19050"/>
          </a:xfrm>
          <a:custGeom>
            <a:avLst/>
            <a:gdLst/>
            <a:ahLst/>
            <a:cxnLst/>
            <a:rect l="l" t="t" r="r" b="b"/>
            <a:pathLst>
              <a:path w="6014249" h="19050">
                <a:moveTo>
                  <a:pt x="0" y="0"/>
                </a:moveTo>
                <a:lnTo>
                  <a:pt x="0" y="19050"/>
                </a:lnTo>
                <a:lnTo>
                  <a:pt x="6014250" y="19050"/>
                </a:lnTo>
                <a:lnTo>
                  <a:pt x="60142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6014246" y="0"/>
            <a:ext cx="2004749" cy="19050"/>
          </a:xfrm>
          <a:custGeom>
            <a:avLst/>
            <a:gdLst/>
            <a:ahLst/>
            <a:cxnLst/>
            <a:rect l="l" t="t" r="r" b="b"/>
            <a:pathLst>
              <a:path w="2004749" h="19050">
                <a:moveTo>
                  <a:pt x="0" y="0"/>
                </a:moveTo>
                <a:lnTo>
                  <a:pt x="0" y="19050"/>
                </a:lnTo>
                <a:lnTo>
                  <a:pt x="2004750" y="19050"/>
                </a:lnTo>
                <a:lnTo>
                  <a:pt x="20047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2" name="Freeform 102"/>
          <p:cNvSpPr/>
          <p:nvPr/>
        </p:nvSpPr>
        <p:spPr>
          <a:xfrm>
            <a:off x="476250" y="476250"/>
            <a:ext cx="7066500" cy="944403"/>
          </a:xfrm>
          <a:custGeom>
            <a:avLst/>
            <a:gdLst/>
            <a:ahLst/>
            <a:cxnLst/>
            <a:rect l="l" t="t" r="r" b="b"/>
            <a:pathLst>
              <a:path w="7066500" h="944403">
                <a:moveTo>
                  <a:pt x="0" y="0"/>
                </a:moveTo>
                <a:moveTo>
                  <a:pt x="0" y="95250"/>
                </a:moveTo>
                <a:cubicBezTo>
                  <a:pt x="0" y="42645"/>
                  <a:pt x="42645" y="0"/>
                  <a:pt x="95250" y="0"/>
                </a:cubicBezTo>
                <a:lnTo>
                  <a:pt x="6971250" y="0"/>
                </a:lnTo>
                <a:cubicBezTo>
                  <a:pt x="7023855" y="0"/>
                  <a:pt x="7066500" y="42645"/>
                  <a:pt x="7066500" y="95250"/>
                </a:cubicBezTo>
                <a:lnTo>
                  <a:pt x="7066500" y="849154"/>
                </a:lnTo>
                <a:cubicBezTo>
                  <a:pt x="7066500" y="901759"/>
                  <a:pt x="7023855" y="944404"/>
                  <a:pt x="6971250" y="944404"/>
                </a:cubicBezTo>
                <a:lnTo>
                  <a:pt x="95250" y="944404"/>
                </a:lnTo>
                <a:cubicBezTo>
                  <a:pt x="42645" y="944404"/>
                  <a:pt x="0" y="901759"/>
                  <a:pt x="0" y="849154"/>
                </a:cubicBezTo>
                <a:close/>
              </a:path>
            </a:pathLst>
          </a:custGeom>
          <a:solidFill>
            <a:srgbClr val="FFE3E1"/>
          </a:solidFill>
        </p:spPr>
      </p:sp>
      <p:sp>
        <p:nvSpPr>
          <p:cNvPr id="103" name="Freeform 103"/>
          <p:cNvSpPr/>
          <p:nvPr/>
        </p:nvSpPr>
        <p:spPr>
          <a:xfrm>
            <a:off x="0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4" name="Freeform 104"/>
          <p:cNvSpPr/>
          <p:nvPr/>
        </p:nvSpPr>
        <p:spPr>
          <a:xfrm>
            <a:off x="2004745" y="4367812"/>
            <a:ext cx="4009500" cy="142875"/>
          </a:xfrm>
          <a:custGeom>
            <a:avLst/>
            <a:gdLst/>
            <a:ahLst/>
            <a:cxnLst/>
            <a:rect l="l" t="t" r="r" b="b"/>
            <a:pathLst>
              <a:path w="4009500" h="142875">
                <a:moveTo>
                  <a:pt x="0" y="0"/>
                </a:moveTo>
                <a:lnTo>
                  <a:pt x="0" y="142875"/>
                </a:lnTo>
                <a:lnTo>
                  <a:pt x="4009500" y="142875"/>
                </a:lnTo>
                <a:lnTo>
                  <a:pt x="4009500" y="0"/>
                </a:lnTo>
                <a:close/>
              </a:path>
            </a:pathLst>
          </a:custGeom>
          <a:solidFill>
            <a:srgbClr val="176B87"/>
          </a:solidFill>
        </p:spPr>
      </p:sp>
      <p:sp>
        <p:nvSpPr>
          <p:cNvPr id="105" name="Freeform 105"/>
          <p:cNvSpPr/>
          <p:nvPr/>
        </p:nvSpPr>
        <p:spPr>
          <a:xfrm>
            <a:off x="6014246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6" name="TextBox 105"/>
          <p:cNvSpPr txBox="1"/>
          <p:nvPr/>
        </p:nvSpPr>
        <p:spPr>
          <a:xfrm>
            <a:off x="119062" y="57588"/>
            <a:ext cx="2456032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32">
                <a:solidFill>
                  <a:srgbClr val="04364A"/>
                </a:solidFill>
                <a:latin typeface="Arial"/>
              </a:rPr>
              <a:t>2.1</a:t>
            </a:r>
            <a:r>
              <a:rPr b="1" i="0" sz="2232">
                <a:solidFill>
                  <a:srgbClr val="04364A"/>
                </a:solidFill>
                <a:latin typeface="Arial"/>
              </a:rPr>
              <a:t> Prime numbers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294491" y="76285"/>
            <a:ext cx="1605449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A7B9C0"/>
                </a:solidFill>
                <a:latin typeface="Arial"/>
              </a:rPr>
              <a:t>2.</a:t>
            </a:r>
            <a:r>
              <a:rPr b="0" i="0" sz="1860">
                <a:solidFill>
                  <a:srgbClr val="A7B9C0"/>
                </a:solidFill>
                <a:latin typeface="Arial"/>
              </a:rPr>
              <a:t> Theorems</a:t>
            </a:r>
            <a:r>
              <a:rPr b="0" i="0" sz="1874">
                <a:solidFill>
                  <a:srgbClr val="A7B9C0"/>
                </a:solidFill>
                <a:latin typeface="Consolas"/>
              </a:rPr>
              <a:t> 🏫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14375" y="682085"/>
            <a:ext cx="6350546" cy="549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/>
            <a:r>
              <a:rPr b="1" i="0" sz="1860">
                <a:solidFill>
                  <a:srgbClr val="04364A"/>
                </a:solidFill>
                <a:latin typeface="Arial"/>
              </a:rPr>
              <a:t>Theorem</a:t>
            </a:r>
            <a:r>
              <a:rPr b="1" i="0" sz="1860">
                <a:solidFill>
                  <a:srgbClr val="04364A"/>
                </a:solidFill>
                <a:latin typeface="Arial"/>
              </a:rPr>
              <a:t> 2.1.4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 There are arbitrarily long stretches of composite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numbers.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76250" y="1751504"/>
            <a:ext cx="2981715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860">
                <a:solidFill>
                  <a:srgbClr val="000000"/>
                </a:solidFill>
                <a:latin typeface="Arial"/>
              </a:rPr>
              <a:t>Proof</a:t>
            </a:r>
            <a:r>
              <a:rPr b="0" i="0" sz="1860">
                <a:solidFill>
                  <a:srgbClr val="000000"/>
                </a:solidFill>
                <a:latin typeface="Arial"/>
              </a:rPr>
              <a:t>. 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For any 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𝑛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 &gt;</a:t>
            </a:r>
            <a:r>
              <a:rPr b="0" i="0" sz="1860">
                <a:solidFill>
                  <a:srgbClr val="000000"/>
                </a:solidFill>
                <a:latin typeface="Cambria Math"/>
              </a:rPr>
              <a:t> 2</a:t>
            </a:r>
            <a:r>
              <a:rPr b="0" i="0" sz="1860">
                <a:solidFill>
                  <a:srgbClr val="000000"/>
                </a:solidFill>
                <a:latin typeface="Arial"/>
              </a:rPr>
              <a:t>, consider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44638" y="4394996"/>
            <a:ext cx="31546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Authors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919242" y="4394996"/>
            <a:ext cx="18050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744">
                <a:solidFill>
                  <a:srgbClr val="FFFFFF"/>
                </a:solidFill>
                <a:latin typeface="Arial"/>
              </a:rPr>
              <a:t>Title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466741" y="4394996"/>
            <a:ext cx="4187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2026-04-15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310951" y="4394996"/>
            <a:ext cx="255548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744">
                <a:solidFill>
                  <a:srgbClr val="FFFFFF"/>
                </a:solidFill>
                <a:latin typeface="Arial"/>
              </a:rPr>
              <a:t>12 / </a:t>
            </a:r>
            <a:r>
              <a:rPr b="0" i="0" sz="744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grpSp>
        <p:nvGrpSpPr>
          <p:cNvPr id="330" name="MathFormula 330"/>
          <p:cNvGrpSpPr/>
          <p:nvPr/>
        </p:nvGrpSpPr>
        <p:grpSpPr>
          <a:xfrm>
            <a:off x="2519514" y="2226230"/>
            <a:ext cx="2979972" cy="216455"/>
            <a:chOff x="2519514" y="2226230"/>
            <a:chExt cx="2979972" cy="216455"/>
          </a:xfrm>
        </p:grpSpPr>
        <p:sp>
          <p:nvSpPr>
            <p:cNvPr id="214" name="MathGlyph 214"/>
            <p:cNvSpPr/>
            <p:nvPr/>
          </p:nvSpPr>
          <p:spPr>
            <a:xfrm>
              <a:off x="2519514" y="2291476"/>
              <a:ext cx="129063" cy="107870"/>
            </a:xfrm>
            <a:custGeom>
              <a:avLst/>
              <a:gdLst/>
              <a:ahLst/>
              <a:cxnLst/>
              <a:rect l="l" t="t" r="r" b="b"/>
              <a:pathLst>
                <a:path w="129063" h="107870">
                  <a:moveTo>
                    <a:pt x="120967" y="72628"/>
                  </a:moveTo>
                  <a:cubicBezTo>
                    <a:pt x="115491" y="91440"/>
                    <a:pt x="107632" y="100965"/>
                    <a:pt x="97869" y="100965"/>
                  </a:cubicBezTo>
                  <a:cubicBezTo>
                    <a:pt x="94774" y="100965"/>
                    <a:pt x="93107" y="98584"/>
                    <a:pt x="93107" y="94059"/>
                  </a:cubicBezTo>
                  <a:cubicBezTo>
                    <a:pt x="93107" y="90726"/>
                    <a:pt x="94536" y="85249"/>
                    <a:pt x="97393" y="77867"/>
                  </a:cubicBezTo>
                  <a:cubicBezTo>
                    <a:pt x="106918" y="51911"/>
                    <a:pt x="111681" y="34766"/>
                    <a:pt x="111681" y="25956"/>
                  </a:cubicBezTo>
                  <a:cubicBezTo>
                    <a:pt x="111681" y="9287"/>
                    <a:pt x="100489" y="0"/>
                    <a:pt x="83820" y="0"/>
                  </a:cubicBezTo>
                  <a:cubicBezTo>
                    <a:pt x="69771" y="0"/>
                    <a:pt x="57626" y="6191"/>
                    <a:pt x="47863" y="18812"/>
                  </a:cubicBezTo>
                  <a:cubicBezTo>
                    <a:pt x="45958" y="8334"/>
                    <a:pt x="37624" y="0"/>
                    <a:pt x="25479" y="0"/>
                  </a:cubicBezTo>
                  <a:cubicBezTo>
                    <a:pt x="12144" y="0"/>
                    <a:pt x="6906" y="12383"/>
                    <a:pt x="3572" y="23098"/>
                  </a:cubicBezTo>
                  <a:cubicBezTo>
                    <a:pt x="1191" y="30718"/>
                    <a:pt x="0" y="35243"/>
                    <a:pt x="0" y="36909"/>
                  </a:cubicBezTo>
                  <a:cubicBezTo>
                    <a:pt x="0" y="39053"/>
                    <a:pt x="1191" y="40243"/>
                    <a:pt x="3810" y="40243"/>
                  </a:cubicBezTo>
                  <a:cubicBezTo>
                    <a:pt x="5001" y="40243"/>
                    <a:pt x="5715" y="40005"/>
                    <a:pt x="6429" y="39529"/>
                  </a:cubicBezTo>
                  <a:cubicBezTo>
                    <a:pt x="7620" y="37386"/>
                    <a:pt x="8334" y="35719"/>
                    <a:pt x="8572" y="34052"/>
                  </a:cubicBezTo>
                  <a:cubicBezTo>
                    <a:pt x="12859" y="15954"/>
                    <a:pt x="18336" y="6906"/>
                    <a:pt x="24765" y="6906"/>
                  </a:cubicBezTo>
                  <a:cubicBezTo>
                    <a:pt x="29051" y="6906"/>
                    <a:pt x="31194" y="10239"/>
                    <a:pt x="31194" y="16907"/>
                  </a:cubicBezTo>
                  <a:cubicBezTo>
                    <a:pt x="31194" y="20003"/>
                    <a:pt x="30004" y="26432"/>
                    <a:pt x="27384" y="36195"/>
                  </a:cubicBezTo>
                  <a:lnTo>
                    <a:pt x="13811" y="90249"/>
                  </a:lnTo>
                  <a:cubicBezTo>
                    <a:pt x="13097" y="93345"/>
                    <a:pt x="11668" y="99536"/>
                    <a:pt x="11668" y="100727"/>
                  </a:cubicBezTo>
                  <a:cubicBezTo>
                    <a:pt x="11668" y="105489"/>
                    <a:pt x="14288" y="107871"/>
                    <a:pt x="19526" y="107871"/>
                  </a:cubicBezTo>
                  <a:cubicBezTo>
                    <a:pt x="24051" y="107871"/>
                    <a:pt x="27384" y="105489"/>
                    <a:pt x="29051" y="100727"/>
                  </a:cubicBezTo>
                  <a:cubicBezTo>
                    <a:pt x="29527" y="99536"/>
                    <a:pt x="30956" y="93583"/>
                    <a:pt x="33576" y="83344"/>
                  </a:cubicBezTo>
                  <a:lnTo>
                    <a:pt x="38576" y="62151"/>
                  </a:lnTo>
                  <a:lnTo>
                    <a:pt x="45720" y="35004"/>
                  </a:lnTo>
                  <a:cubicBezTo>
                    <a:pt x="48339" y="29528"/>
                    <a:pt x="52388" y="24051"/>
                    <a:pt x="57388" y="18336"/>
                  </a:cubicBezTo>
                  <a:cubicBezTo>
                    <a:pt x="64294" y="10716"/>
                    <a:pt x="72866" y="6906"/>
                    <a:pt x="83106" y="6906"/>
                  </a:cubicBezTo>
                  <a:cubicBezTo>
                    <a:pt x="90964" y="6906"/>
                    <a:pt x="94774" y="12144"/>
                    <a:pt x="94774" y="22384"/>
                  </a:cubicBezTo>
                  <a:cubicBezTo>
                    <a:pt x="94774" y="31433"/>
                    <a:pt x="89773" y="49530"/>
                    <a:pt x="79534" y="76676"/>
                  </a:cubicBezTo>
                  <a:cubicBezTo>
                    <a:pt x="77867" y="80962"/>
                    <a:pt x="77152" y="84534"/>
                    <a:pt x="77152" y="87630"/>
                  </a:cubicBezTo>
                  <a:cubicBezTo>
                    <a:pt x="77152" y="99298"/>
                    <a:pt x="85963" y="107871"/>
                    <a:pt x="97393" y="107871"/>
                  </a:cubicBezTo>
                  <a:cubicBezTo>
                    <a:pt x="107871" y="107871"/>
                    <a:pt x="116205" y="101918"/>
                    <a:pt x="122158" y="90011"/>
                  </a:cubicBezTo>
                  <a:cubicBezTo>
                    <a:pt x="126682" y="80486"/>
                    <a:pt x="129064" y="74057"/>
                    <a:pt x="129064" y="70961"/>
                  </a:cubicBezTo>
                  <a:cubicBezTo>
                    <a:pt x="129064" y="68818"/>
                    <a:pt x="127873" y="67628"/>
                    <a:pt x="125254" y="67628"/>
                  </a:cubicBezTo>
                  <a:cubicBezTo>
                    <a:pt x="124539" y="67628"/>
                    <a:pt x="120967" y="69771"/>
                    <a:pt x="120967" y="72628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15" name="MathGlyph 215"/>
            <p:cNvSpPr/>
            <p:nvPr/>
          </p:nvSpPr>
          <p:spPr>
            <a:xfrm>
              <a:off x="2675248" y="2226230"/>
              <a:ext cx="26670" cy="170497"/>
            </a:xfrm>
            <a:custGeom>
              <a:avLst/>
              <a:gdLst/>
              <a:ahLst/>
              <a:cxnLst/>
              <a:rect l="l" t="t" r="r" b="b"/>
              <a:pathLst>
                <a:path w="26670" h="170497">
                  <a:moveTo>
                    <a:pt x="13335" y="0"/>
                  </a:moveTo>
                  <a:cubicBezTo>
                    <a:pt x="6429" y="0"/>
                    <a:pt x="0" y="5953"/>
                    <a:pt x="714" y="13097"/>
                  </a:cubicBezTo>
                  <a:lnTo>
                    <a:pt x="9287" y="120253"/>
                  </a:lnTo>
                  <a:cubicBezTo>
                    <a:pt x="9525" y="124301"/>
                    <a:pt x="10954" y="126444"/>
                    <a:pt x="13335" y="126444"/>
                  </a:cubicBezTo>
                  <a:cubicBezTo>
                    <a:pt x="15716" y="126444"/>
                    <a:pt x="17145" y="124539"/>
                    <a:pt x="17383" y="120491"/>
                  </a:cubicBezTo>
                  <a:lnTo>
                    <a:pt x="25956" y="13097"/>
                  </a:lnTo>
                  <a:cubicBezTo>
                    <a:pt x="26670" y="5953"/>
                    <a:pt x="20241" y="0"/>
                    <a:pt x="13335" y="0"/>
                  </a:cubicBezTo>
                  <a:close/>
                  <a:moveTo>
                    <a:pt x="25956" y="157162"/>
                  </a:moveTo>
                  <a:cubicBezTo>
                    <a:pt x="25956" y="149781"/>
                    <a:pt x="20479" y="143589"/>
                    <a:pt x="13335" y="143589"/>
                  </a:cubicBezTo>
                  <a:cubicBezTo>
                    <a:pt x="6191" y="143589"/>
                    <a:pt x="714" y="149781"/>
                    <a:pt x="714" y="157162"/>
                  </a:cubicBezTo>
                  <a:cubicBezTo>
                    <a:pt x="714" y="164306"/>
                    <a:pt x="6191" y="170498"/>
                    <a:pt x="13335" y="170498"/>
                  </a:cubicBezTo>
                  <a:cubicBezTo>
                    <a:pt x="20479" y="170498"/>
                    <a:pt x="25956" y="164306"/>
                    <a:pt x="25956" y="157162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16" name="MathGlyph 216"/>
            <p:cNvSpPr/>
            <p:nvPr/>
          </p:nvSpPr>
          <p:spPr>
            <a:xfrm>
              <a:off x="2787938" y="2257901"/>
              <a:ext cx="158591" cy="158591"/>
            </a:xfrm>
            <a:custGeom>
              <a:avLst/>
              <a:gdLst/>
              <a:ahLst/>
              <a:cxnLst/>
              <a:rect l="l" t="t" r="r" b="b"/>
              <a:pathLst>
                <a:path w="158591" h="158591">
                  <a:moveTo>
                    <a:pt x="152876" y="73581"/>
                  </a:moveTo>
                  <a:lnTo>
                    <a:pt x="85011" y="73581"/>
                  </a:lnTo>
                  <a:lnTo>
                    <a:pt x="85011" y="5715"/>
                  </a:lnTo>
                  <a:cubicBezTo>
                    <a:pt x="85011" y="1905"/>
                    <a:pt x="83106" y="0"/>
                    <a:pt x="79296" y="0"/>
                  </a:cubicBezTo>
                  <a:cubicBezTo>
                    <a:pt x="75486" y="0"/>
                    <a:pt x="73581" y="1905"/>
                    <a:pt x="73581" y="5715"/>
                  </a:cubicBezTo>
                  <a:lnTo>
                    <a:pt x="73581" y="73581"/>
                  </a:lnTo>
                  <a:lnTo>
                    <a:pt x="5715" y="73581"/>
                  </a:lnTo>
                  <a:cubicBezTo>
                    <a:pt x="1905" y="73581"/>
                    <a:pt x="0" y="75486"/>
                    <a:pt x="0" y="79296"/>
                  </a:cubicBezTo>
                  <a:cubicBezTo>
                    <a:pt x="0" y="83106"/>
                    <a:pt x="1905" y="85011"/>
                    <a:pt x="5715" y="85011"/>
                  </a:cubicBezTo>
                  <a:lnTo>
                    <a:pt x="73581" y="85011"/>
                  </a:lnTo>
                  <a:lnTo>
                    <a:pt x="73581" y="152876"/>
                  </a:lnTo>
                  <a:cubicBezTo>
                    <a:pt x="73581" y="156686"/>
                    <a:pt x="75486" y="158591"/>
                    <a:pt x="79296" y="158591"/>
                  </a:cubicBezTo>
                  <a:cubicBezTo>
                    <a:pt x="83106" y="158591"/>
                    <a:pt x="85011" y="156686"/>
                    <a:pt x="85011" y="152876"/>
                  </a:cubicBezTo>
                  <a:lnTo>
                    <a:pt x="85011" y="85011"/>
                  </a:lnTo>
                  <a:lnTo>
                    <a:pt x="152876" y="85011"/>
                  </a:lnTo>
                  <a:cubicBezTo>
                    <a:pt x="156686" y="85011"/>
                    <a:pt x="158591" y="83106"/>
                    <a:pt x="158591" y="79296"/>
                  </a:cubicBezTo>
                  <a:cubicBezTo>
                    <a:pt x="158591" y="76200"/>
                    <a:pt x="155972" y="73581"/>
                    <a:pt x="152876" y="7358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17" name="MathGlyph 217"/>
            <p:cNvSpPr/>
            <p:nvPr/>
          </p:nvSpPr>
          <p:spPr>
            <a:xfrm>
              <a:off x="3024444" y="2238136"/>
              <a:ext cx="95488" cy="158591"/>
            </a:xfrm>
            <a:custGeom>
              <a:avLst/>
              <a:gdLst/>
              <a:ahLst/>
              <a:cxnLst/>
              <a:rect l="l" t="t" r="r" b="b"/>
              <a:pathLst>
                <a:path w="95488" h="158591">
                  <a:moveTo>
                    <a:pt x="44767" y="0"/>
                  </a:moveTo>
                  <a:cubicBezTo>
                    <a:pt x="32623" y="0"/>
                    <a:pt x="22384" y="4286"/>
                    <a:pt x="13573" y="12859"/>
                  </a:cubicBezTo>
                  <a:cubicBezTo>
                    <a:pt x="4762" y="21431"/>
                    <a:pt x="238" y="31433"/>
                    <a:pt x="238" y="43577"/>
                  </a:cubicBezTo>
                  <a:cubicBezTo>
                    <a:pt x="238" y="51673"/>
                    <a:pt x="6191" y="57626"/>
                    <a:pt x="13573" y="57626"/>
                  </a:cubicBezTo>
                  <a:cubicBezTo>
                    <a:pt x="20717" y="57626"/>
                    <a:pt x="26670" y="51435"/>
                    <a:pt x="26670" y="44291"/>
                  </a:cubicBezTo>
                  <a:cubicBezTo>
                    <a:pt x="26670" y="36433"/>
                    <a:pt x="20955" y="30956"/>
                    <a:pt x="13335" y="30956"/>
                  </a:cubicBezTo>
                  <a:cubicBezTo>
                    <a:pt x="12621" y="30956"/>
                    <a:pt x="12144" y="30956"/>
                    <a:pt x="11668" y="31194"/>
                  </a:cubicBezTo>
                  <a:cubicBezTo>
                    <a:pt x="16192" y="19526"/>
                    <a:pt x="26670" y="9287"/>
                    <a:pt x="41672" y="9287"/>
                  </a:cubicBezTo>
                  <a:cubicBezTo>
                    <a:pt x="61198" y="9287"/>
                    <a:pt x="72152" y="26194"/>
                    <a:pt x="72152" y="46673"/>
                  </a:cubicBezTo>
                  <a:cubicBezTo>
                    <a:pt x="72152" y="62627"/>
                    <a:pt x="64056" y="79772"/>
                    <a:pt x="47863" y="97869"/>
                  </a:cubicBezTo>
                  <a:lnTo>
                    <a:pt x="3096" y="148352"/>
                  </a:lnTo>
                  <a:cubicBezTo>
                    <a:pt x="0" y="151924"/>
                    <a:pt x="238" y="151686"/>
                    <a:pt x="238" y="158591"/>
                  </a:cubicBezTo>
                  <a:lnTo>
                    <a:pt x="88582" y="158591"/>
                  </a:lnTo>
                  <a:lnTo>
                    <a:pt x="95488" y="115729"/>
                  </a:lnTo>
                  <a:lnTo>
                    <a:pt x="87630" y="115729"/>
                  </a:lnTo>
                  <a:cubicBezTo>
                    <a:pt x="85725" y="127873"/>
                    <a:pt x="84058" y="134779"/>
                    <a:pt x="82629" y="136922"/>
                  </a:cubicBezTo>
                  <a:cubicBezTo>
                    <a:pt x="81439" y="138112"/>
                    <a:pt x="74295" y="138589"/>
                    <a:pt x="61198" y="138589"/>
                  </a:cubicBezTo>
                  <a:lnTo>
                    <a:pt x="21431" y="138589"/>
                  </a:lnTo>
                  <a:lnTo>
                    <a:pt x="44529" y="115967"/>
                  </a:lnTo>
                  <a:cubicBezTo>
                    <a:pt x="60722" y="100727"/>
                    <a:pt x="81201" y="84296"/>
                    <a:pt x="88106" y="71676"/>
                  </a:cubicBezTo>
                  <a:cubicBezTo>
                    <a:pt x="92869" y="63341"/>
                    <a:pt x="95250" y="55007"/>
                    <a:pt x="95250" y="46673"/>
                  </a:cubicBezTo>
                  <a:cubicBezTo>
                    <a:pt x="95250" y="18574"/>
                    <a:pt x="73342" y="0"/>
                    <a:pt x="44767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18" name="MathGlyph 218"/>
            <p:cNvSpPr/>
            <p:nvPr/>
          </p:nvSpPr>
          <p:spPr>
            <a:xfrm>
              <a:off x="3152317" y="2371486"/>
              <a:ext cx="27860" cy="71199"/>
            </a:xfrm>
            <a:custGeom>
              <a:avLst/>
              <a:gdLst/>
              <a:ahLst/>
              <a:cxnLst/>
              <a:rect l="l" t="t" r="r" b="b"/>
              <a:pathLst>
                <a:path w="27860" h="71199">
                  <a:moveTo>
                    <a:pt x="12621" y="0"/>
                  </a:moveTo>
                  <a:cubicBezTo>
                    <a:pt x="5001" y="0"/>
                    <a:pt x="0" y="5715"/>
                    <a:pt x="0" y="13335"/>
                  </a:cubicBezTo>
                  <a:cubicBezTo>
                    <a:pt x="0" y="20479"/>
                    <a:pt x="5477" y="26432"/>
                    <a:pt x="12621" y="26432"/>
                  </a:cubicBezTo>
                  <a:cubicBezTo>
                    <a:pt x="15954" y="26432"/>
                    <a:pt x="18812" y="25479"/>
                    <a:pt x="20955" y="23336"/>
                  </a:cubicBezTo>
                  <a:lnTo>
                    <a:pt x="21193" y="25241"/>
                  </a:lnTo>
                  <a:cubicBezTo>
                    <a:pt x="21193" y="40243"/>
                    <a:pt x="16193" y="53102"/>
                    <a:pt x="6191" y="63341"/>
                  </a:cubicBezTo>
                  <a:cubicBezTo>
                    <a:pt x="4524" y="65246"/>
                    <a:pt x="3572" y="66675"/>
                    <a:pt x="3572" y="67627"/>
                  </a:cubicBezTo>
                  <a:cubicBezTo>
                    <a:pt x="3572" y="70009"/>
                    <a:pt x="4524" y="71199"/>
                    <a:pt x="6668" y="71199"/>
                  </a:cubicBezTo>
                  <a:cubicBezTo>
                    <a:pt x="8811" y="71199"/>
                    <a:pt x="11668" y="68342"/>
                    <a:pt x="15716" y="62865"/>
                  </a:cubicBezTo>
                  <a:cubicBezTo>
                    <a:pt x="23812" y="51435"/>
                    <a:pt x="27861" y="38814"/>
                    <a:pt x="27861" y="25241"/>
                  </a:cubicBezTo>
                  <a:cubicBezTo>
                    <a:pt x="27861" y="12621"/>
                    <a:pt x="23574" y="0"/>
                    <a:pt x="12621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19" name="MathGlyph 219"/>
            <p:cNvSpPr/>
            <p:nvPr/>
          </p:nvSpPr>
          <p:spPr>
            <a:xfrm>
              <a:off x="3443068" y="2291476"/>
              <a:ext cx="129063" cy="107870"/>
            </a:xfrm>
            <a:custGeom>
              <a:avLst/>
              <a:gdLst/>
              <a:ahLst/>
              <a:cxnLst/>
              <a:rect l="l" t="t" r="r" b="b"/>
              <a:pathLst>
                <a:path w="129063" h="107870">
                  <a:moveTo>
                    <a:pt x="120967" y="72628"/>
                  </a:moveTo>
                  <a:cubicBezTo>
                    <a:pt x="115491" y="91440"/>
                    <a:pt x="107632" y="100965"/>
                    <a:pt x="97869" y="100965"/>
                  </a:cubicBezTo>
                  <a:cubicBezTo>
                    <a:pt x="94774" y="100965"/>
                    <a:pt x="93107" y="98584"/>
                    <a:pt x="93107" y="94059"/>
                  </a:cubicBezTo>
                  <a:cubicBezTo>
                    <a:pt x="93107" y="90726"/>
                    <a:pt x="94536" y="85249"/>
                    <a:pt x="97393" y="77867"/>
                  </a:cubicBezTo>
                  <a:cubicBezTo>
                    <a:pt x="106918" y="51911"/>
                    <a:pt x="111681" y="34766"/>
                    <a:pt x="111681" y="25956"/>
                  </a:cubicBezTo>
                  <a:cubicBezTo>
                    <a:pt x="111681" y="9287"/>
                    <a:pt x="100489" y="0"/>
                    <a:pt x="83820" y="0"/>
                  </a:cubicBezTo>
                  <a:cubicBezTo>
                    <a:pt x="69771" y="0"/>
                    <a:pt x="57626" y="6191"/>
                    <a:pt x="47863" y="18812"/>
                  </a:cubicBezTo>
                  <a:cubicBezTo>
                    <a:pt x="45958" y="8334"/>
                    <a:pt x="37624" y="0"/>
                    <a:pt x="25479" y="0"/>
                  </a:cubicBezTo>
                  <a:cubicBezTo>
                    <a:pt x="12144" y="0"/>
                    <a:pt x="6906" y="12383"/>
                    <a:pt x="3572" y="23098"/>
                  </a:cubicBezTo>
                  <a:cubicBezTo>
                    <a:pt x="1191" y="30718"/>
                    <a:pt x="0" y="35243"/>
                    <a:pt x="0" y="36909"/>
                  </a:cubicBezTo>
                  <a:cubicBezTo>
                    <a:pt x="0" y="39053"/>
                    <a:pt x="1191" y="40243"/>
                    <a:pt x="3810" y="40243"/>
                  </a:cubicBezTo>
                  <a:cubicBezTo>
                    <a:pt x="5001" y="40243"/>
                    <a:pt x="5715" y="40005"/>
                    <a:pt x="6429" y="39529"/>
                  </a:cubicBezTo>
                  <a:cubicBezTo>
                    <a:pt x="7620" y="37386"/>
                    <a:pt x="8334" y="35719"/>
                    <a:pt x="8572" y="34052"/>
                  </a:cubicBezTo>
                  <a:cubicBezTo>
                    <a:pt x="12859" y="15954"/>
                    <a:pt x="18336" y="6906"/>
                    <a:pt x="24765" y="6906"/>
                  </a:cubicBezTo>
                  <a:cubicBezTo>
                    <a:pt x="29051" y="6906"/>
                    <a:pt x="31194" y="10239"/>
                    <a:pt x="31194" y="16907"/>
                  </a:cubicBezTo>
                  <a:cubicBezTo>
                    <a:pt x="31194" y="20003"/>
                    <a:pt x="30004" y="26432"/>
                    <a:pt x="27384" y="36195"/>
                  </a:cubicBezTo>
                  <a:lnTo>
                    <a:pt x="13811" y="90249"/>
                  </a:lnTo>
                  <a:cubicBezTo>
                    <a:pt x="13097" y="93345"/>
                    <a:pt x="11668" y="99536"/>
                    <a:pt x="11668" y="100727"/>
                  </a:cubicBezTo>
                  <a:cubicBezTo>
                    <a:pt x="11668" y="105489"/>
                    <a:pt x="14288" y="107871"/>
                    <a:pt x="19526" y="107871"/>
                  </a:cubicBezTo>
                  <a:cubicBezTo>
                    <a:pt x="24051" y="107871"/>
                    <a:pt x="27384" y="105489"/>
                    <a:pt x="29051" y="100727"/>
                  </a:cubicBezTo>
                  <a:cubicBezTo>
                    <a:pt x="29527" y="99536"/>
                    <a:pt x="30956" y="93583"/>
                    <a:pt x="33576" y="83344"/>
                  </a:cubicBezTo>
                  <a:lnTo>
                    <a:pt x="38576" y="62151"/>
                  </a:lnTo>
                  <a:lnTo>
                    <a:pt x="45720" y="35004"/>
                  </a:lnTo>
                  <a:cubicBezTo>
                    <a:pt x="48339" y="29528"/>
                    <a:pt x="52388" y="24051"/>
                    <a:pt x="57388" y="18336"/>
                  </a:cubicBezTo>
                  <a:cubicBezTo>
                    <a:pt x="64294" y="10716"/>
                    <a:pt x="72866" y="6906"/>
                    <a:pt x="83106" y="6906"/>
                  </a:cubicBezTo>
                  <a:cubicBezTo>
                    <a:pt x="90964" y="6906"/>
                    <a:pt x="94774" y="12144"/>
                    <a:pt x="94774" y="22384"/>
                  </a:cubicBezTo>
                  <a:cubicBezTo>
                    <a:pt x="94774" y="31433"/>
                    <a:pt x="89773" y="49530"/>
                    <a:pt x="79534" y="76676"/>
                  </a:cubicBezTo>
                  <a:cubicBezTo>
                    <a:pt x="77867" y="80962"/>
                    <a:pt x="77152" y="84534"/>
                    <a:pt x="77152" y="87630"/>
                  </a:cubicBezTo>
                  <a:cubicBezTo>
                    <a:pt x="77152" y="99298"/>
                    <a:pt x="85963" y="107871"/>
                    <a:pt x="97393" y="107871"/>
                  </a:cubicBezTo>
                  <a:cubicBezTo>
                    <a:pt x="107871" y="107871"/>
                    <a:pt x="116205" y="101918"/>
                    <a:pt x="122158" y="90011"/>
                  </a:cubicBezTo>
                  <a:cubicBezTo>
                    <a:pt x="126682" y="80486"/>
                    <a:pt x="129064" y="74057"/>
                    <a:pt x="129064" y="70961"/>
                  </a:cubicBezTo>
                  <a:cubicBezTo>
                    <a:pt x="129064" y="68818"/>
                    <a:pt x="127873" y="67628"/>
                    <a:pt x="125254" y="67628"/>
                  </a:cubicBezTo>
                  <a:cubicBezTo>
                    <a:pt x="124539" y="67628"/>
                    <a:pt x="120967" y="69771"/>
                    <a:pt x="120967" y="72628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20" name="MathGlyph 220"/>
            <p:cNvSpPr/>
            <p:nvPr/>
          </p:nvSpPr>
          <p:spPr>
            <a:xfrm>
              <a:off x="3598802" y="2226230"/>
              <a:ext cx="26670" cy="170497"/>
            </a:xfrm>
            <a:custGeom>
              <a:avLst/>
              <a:gdLst/>
              <a:ahLst/>
              <a:cxnLst/>
              <a:rect l="l" t="t" r="r" b="b"/>
              <a:pathLst>
                <a:path w="26670" h="170497">
                  <a:moveTo>
                    <a:pt x="13335" y="0"/>
                  </a:moveTo>
                  <a:cubicBezTo>
                    <a:pt x="6429" y="0"/>
                    <a:pt x="0" y="5953"/>
                    <a:pt x="714" y="13097"/>
                  </a:cubicBezTo>
                  <a:lnTo>
                    <a:pt x="9287" y="120253"/>
                  </a:lnTo>
                  <a:cubicBezTo>
                    <a:pt x="9525" y="124301"/>
                    <a:pt x="10954" y="126444"/>
                    <a:pt x="13335" y="126444"/>
                  </a:cubicBezTo>
                  <a:cubicBezTo>
                    <a:pt x="15716" y="126444"/>
                    <a:pt x="17145" y="124539"/>
                    <a:pt x="17383" y="120491"/>
                  </a:cubicBezTo>
                  <a:lnTo>
                    <a:pt x="25956" y="13097"/>
                  </a:lnTo>
                  <a:cubicBezTo>
                    <a:pt x="26670" y="5953"/>
                    <a:pt x="20241" y="0"/>
                    <a:pt x="13335" y="0"/>
                  </a:cubicBezTo>
                  <a:close/>
                  <a:moveTo>
                    <a:pt x="25956" y="157162"/>
                  </a:moveTo>
                  <a:cubicBezTo>
                    <a:pt x="25956" y="149781"/>
                    <a:pt x="20479" y="143589"/>
                    <a:pt x="13335" y="143589"/>
                  </a:cubicBezTo>
                  <a:cubicBezTo>
                    <a:pt x="6191" y="143589"/>
                    <a:pt x="714" y="149781"/>
                    <a:pt x="714" y="157162"/>
                  </a:cubicBezTo>
                  <a:cubicBezTo>
                    <a:pt x="714" y="164306"/>
                    <a:pt x="6191" y="170498"/>
                    <a:pt x="13335" y="170498"/>
                  </a:cubicBezTo>
                  <a:cubicBezTo>
                    <a:pt x="20479" y="170498"/>
                    <a:pt x="25956" y="164306"/>
                    <a:pt x="25956" y="157162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21" name="MathGlyph 221"/>
            <p:cNvSpPr/>
            <p:nvPr/>
          </p:nvSpPr>
          <p:spPr>
            <a:xfrm>
              <a:off x="3711492" y="2257901"/>
              <a:ext cx="158591" cy="158591"/>
            </a:xfrm>
            <a:custGeom>
              <a:avLst/>
              <a:gdLst/>
              <a:ahLst/>
              <a:cxnLst/>
              <a:rect l="l" t="t" r="r" b="b"/>
              <a:pathLst>
                <a:path w="158591" h="158591">
                  <a:moveTo>
                    <a:pt x="152876" y="73581"/>
                  </a:moveTo>
                  <a:lnTo>
                    <a:pt x="85011" y="73581"/>
                  </a:lnTo>
                  <a:lnTo>
                    <a:pt x="85011" y="5715"/>
                  </a:lnTo>
                  <a:cubicBezTo>
                    <a:pt x="85011" y="1905"/>
                    <a:pt x="83106" y="0"/>
                    <a:pt x="79296" y="0"/>
                  </a:cubicBezTo>
                  <a:cubicBezTo>
                    <a:pt x="75486" y="0"/>
                    <a:pt x="73581" y="1905"/>
                    <a:pt x="73581" y="5715"/>
                  </a:cubicBezTo>
                  <a:lnTo>
                    <a:pt x="73581" y="73581"/>
                  </a:lnTo>
                  <a:lnTo>
                    <a:pt x="5715" y="73581"/>
                  </a:lnTo>
                  <a:cubicBezTo>
                    <a:pt x="1905" y="73581"/>
                    <a:pt x="0" y="75486"/>
                    <a:pt x="0" y="79296"/>
                  </a:cubicBezTo>
                  <a:cubicBezTo>
                    <a:pt x="0" y="83106"/>
                    <a:pt x="1905" y="85011"/>
                    <a:pt x="5715" y="85011"/>
                  </a:cubicBezTo>
                  <a:lnTo>
                    <a:pt x="73581" y="85011"/>
                  </a:lnTo>
                  <a:lnTo>
                    <a:pt x="73581" y="152876"/>
                  </a:lnTo>
                  <a:cubicBezTo>
                    <a:pt x="73581" y="156686"/>
                    <a:pt x="75486" y="158591"/>
                    <a:pt x="79296" y="158591"/>
                  </a:cubicBezTo>
                  <a:cubicBezTo>
                    <a:pt x="83106" y="158591"/>
                    <a:pt x="85011" y="156686"/>
                    <a:pt x="85011" y="152876"/>
                  </a:cubicBezTo>
                  <a:lnTo>
                    <a:pt x="85011" y="85011"/>
                  </a:lnTo>
                  <a:lnTo>
                    <a:pt x="152876" y="85011"/>
                  </a:lnTo>
                  <a:cubicBezTo>
                    <a:pt x="156686" y="85011"/>
                    <a:pt x="158591" y="83106"/>
                    <a:pt x="158591" y="79296"/>
                  </a:cubicBezTo>
                  <a:cubicBezTo>
                    <a:pt x="158591" y="76200"/>
                    <a:pt x="155972" y="73581"/>
                    <a:pt x="152876" y="7358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22" name="MathGlyph 222"/>
            <p:cNvSpPr/>
            <p:nvPr/>
          </p:nvSpPr>
          <p:spPr>
            <a:xfrm>
              <a:off x="3946331" y="2238136"/>
              <a:ext cx="98821" cy="163830"/>
            </a:xfrm>
            <a:custGeom>
              <a:avLst/>
              <a:gdLst/>
              <a:ahLst/>
              <a:cxnLst/>
              <a:rect l="l" t="t" r="r" b="b"/>
              <a:pathLst>
                <a:path w="98821" h="163830">
                  <a:moveTo>
                    <a:pt x="62151" y="74533"/>
                  </a:moveTo>
                  <a:cubicBezTo>
                    <a:pt x="77867" y="68580"/>
                    <a:pt x="92631" y="53578"/>
                    <a:pt x="92631" y="33338"/>
                  </a:cubicBezTo>
                  <a:cubicBezTo>
                    <a:pt x="92631" y="23098"/>
                    <a:pt x="87630" y="14764"/>
                    <a:pt x="77867" y="8334"/>
                  </a:cubicBezTo>
                  <a:cubicBezTo>
                    <a:pt x="69294" y="2858"/>
                    <a:pt x="59531" y="0"/>
                    <a:pt x="48577" y="0"/>
                  </a:cubicBezTo>
                  <a:cubicBezTo>
                    <a:pt x="37862" y="0"/>
                    <a:pt x="28575" y="2858"/>
                    <a:pt x="20241" y="8334"/>
                  </a:cubicBezTo>
                  <a:cubicBezTo>
                    <a:pt x="10954" y="14526"/>
                    <a:pt x="6191" y="22622"/>
                    <a:pt x="6191" y="32861"/>
                  </a:cubicBezTo>
                  <a:cubicBezTo>
                    <a:pt x="6191" y="40719"/>
                    <a:pt x="11430" y="46196"/>
                    <a:pt x="19050" y="46196"/>
                  </a:cubicBezTo>
                  <a:cubicBezTo>
                    <a:pt x="26670" y="46196"/>
                    <a:pt x="31909" y="40719"/>
                    <a:pt x="31909" y="33099"/>
                  </a:cubicBezTo>
                  <a:cubicBezTo>
                    <a:pt x="31909" y="25241"/>
                    <a:pt x="27384" y="20955"/>
                    <a:pt x="18336" y="20479"/>
                  </a:cubicBezTo>
                  <a:cubicBezTo>
                    <a:pt x="24527" y="12144"/>
                    <a:pt x="34290" y="7858"/>
                    <a:pt x="47625" y="7858"/>
                  </a:cubicBezTo>
                  <a:cubicBezTo>
                    <a:pt x="61912" y="7858"/>
                    <a:pt x="69056" y="16193"/>
                    <a:pt x="69056" y="33099"/>
                  </a:cubicBezTo>
                  <a:cubicBezTo>
                    <a:pt x="69056" y="43101"/>
                    <a:pt x="67151" y="51435"/>
                    <a:pt x="63579" y="58341"/>
                  </a:cubicBezTo>
                  <a:cubicBezTo>
                    <a:pt x="57150" y="69771"/>
                    <a:pt x="48339" y="71914"/>
                    <a:pt x="33576" y="71914"/>
                  </a:cubicBezTo>
                  <a:cubicBezTo>
                    <a:pt x="30718" y="72390"/>
                    <a:pt x="29289" y="73581"/>
                    <a:pt x="29289" y="75724"/>
                  </a:cubicBezTo>
                  <a:cubicBezTo>
                    <a:pt x="29289" y="79296"/>
                    <a:pt x="30956" y="79296"/>
                    <a:pt x="35719" y="79296"/>
                  </a:cubicBezTo>
                  <a:lnTo>
                    <a:pt x="45958" y="79296"/>
                  </a:lnTo>
                  <a:cubicBezTo>
                    <a:pt x="63817" y="79296"/>
                    <a:pt x="72866" y="91916"/>
                    <a:pt x="72866" y="117396"/>
                  </a:cubicBezTo>
                  <a:cubicBezTo>
                    <a:pt x="72866" y="137636"/>
                    <a:pt x="65484" y="155258"/>
                    <a:pt x="47387" y="155258"/>
                  </a:cubicBezTo>
                  <a:cubicBezTo>
                    <a:pt x="31909" y="155258"/>
                    <a:pt x="20479" y="150019"/>
                    <a:pt x="13573" y="139541"/>
                  </a:cubicBezTo>
                  <a:cubicBezTo>
                    <a:pt x="21908" y="139779"/>
                    <a:pt x="28099" y="133588"/>
                    <a:pt x="28099" y="125492"/>
                  </a:cubicBezTo>
                  <a:cubicBezTo>
                    <a:pt x="28099" y="117396"/>
                    <a:pt x="22146" y="111443"/>
                    <a:pt x="14049" y="111443"/>
                  </a:cubicBezTo>
                  <a:cubicBezTo>
                    <a:pt x="4762" y="111443"/>
                    <a:pt x="0" y="116205"/>
                    <a:pt x="0" y="125968"/>
                  </a:cubicBezTo>
                  <a:cubicBezTo>
                    <a:pt x="0" y="137636"/>
                    <a:pt x="5239" y="146923"/>
                    <a:pt x="15716" y="154305"/>
                  </a:cubicBezTo>
                  <a:cubicBezTo>
                    <a:pt x="25003" y="160734"/>
                    <a:pt x="35957" y="163830"/>
                    <a:pt x="48101" y="163830"/>
                  </a:cubicBezTo>
                  <a:cubicBezTo>
                    <a:pt x="61674" y="163830"/>
                    <a:pt x="73342" y="159306"/>
                    <a:pt x="83582" y="150495"/>
                  </a:cubicBezTo>
                  <a:cubicBezTo>
                    <a:pt x="93821" y="141684"/>
                    <a:pt x="98822" y="130731"/>
                    <a:pt x="98822" y="117396"/>
                  </a:cubicBezTo>
                  <a:cubicBezTo>
                    <a:pt x="98822" y="95012"/>
                    <a:pt x="81201" y="79534"/>
                    <a:pt x="62151" y="7453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23" name="MathGlyph 223"/>
            <p:cNvSpPr/>
            <p:nvPr/>
          </p:nvSpPr>
          <p:spPr>
            <a:xfrm>
              <a:off x="4075871" y="2371486"/>
              <a:ext cx="27860" cy="71199"/>
            </a:xfrm>
            <a:custGeom>
              <a:avLst/>
              <a:gdLst/>
              <a:ahLst/>
              <a:cxnLst/>
              <a:rect l="l" t="t" r="r" b="b"/>
              <a:pathLst>
                <a:path w="27860" h="71199">
                  <a:moveTo>
                    <a:pt x="12621" y="0"/>
                  </a:moveTo>
                  <a:cubicBezTo>
                    <a:pt x="5001" y="0"/>
                    <a:pt x="0" y="5715"/>
                    <a:pt x="0" y="13335"/>
                  </a:cubicBezTo>
                  <a:cubicBezTo>
                    <a:pt x="0" y="20479"/>
                    <a:pt x="5477" y="26432"/>
                    <a:pt x="12621" y="26432"/>
                  </a:cubicBezTo>
                  <a:cubicBezTo>
                    <a:pt x="15954" y="26432"/>
                    <a:pt x="18812" y="25479"/>
                    <a:pt x="20955" y="23336"/>
                  </a:cubicBezTo>
                  <a:lnTo>
                    <a:pt x="21193" y="25241"/>
                  </a:lnTo>
                  <a:cubicBezTo>
                    <a:pt x="21193" y="40243"/>
                    <a:pt x="16193" y="53102"/>
                    <a:pt x="6191" y="63341"/>
                  </a:cubicBezTo>
                  <a:cubicBezTo>
                    <a:pt x="4524" y="65246"/>
                    <a:pt x="3572" y="66675"/>
                    <a:pt x="3572" y="67627"/>
                  </a:cubicBezTo>
                  <a:cubicBezTo>
                    <a:pt x="3572" y="70009"/>
                    <a:pt x="4524" y="71199"/>
                    <a:pt x="6668" y="71199"/>
                  </a:cubicBezTo>
                  <a:cubicBezTo>
                    <a:pt x="8811" y="71199"/>
                    <a:pt x="11668" y="68342"/>
                    <a:pt x="15716" y="62865"/>
                  </a:cubicBezTo>
                  <a:cubicBezTo>
                    <a:pt x="23812" y="51435"/>
                    <a:pt x="27861" y="38814"/>
                    <a:pt x="27861" y="25241"/>
                  </a:cubicBezTo>
                  <a:cubicBezTo>
                    <a:pt x="27861" y="12621"/>
                    <a:pt x="23574" y="0"/>
                    <a:pt x="12621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24" name="MathGlyph 224"/>
            <p:cNvSpPr/>
            <p:nvPr/>
          </p:nvSpPr>
          <p:spPr>
            <a:xfrm>
              <a:off x="4380433" y="2371486"/>
              <a:ext cx="158114" cy="25241"/>
            </a:xfrm>
            <a:custGeom>
              <a:avLst/>
              <a:gdLst/>
              <a:ahLst/>
              <a:cxnLst/>
              <a:rect l="l" t="t" r="r" b="b"/>
              <a:pathLst>
                <a:path w="158114" h="25241">
                  <a:moveTo>
                    <a:pt x="158115" y="12621"/>
                  </a:moveTo>
                  <a:cubicBezTo>
                    <a:pt x="158115" y="5477"/>
                    <a:pt x="151924" y="0"/>
                    <a:pt x="144780" y="0"/>
                  </a:cubicBezTo>
                  <a:cubicBezTo>
                    <a:pt x="137398" y="0"/>
                    <a:pt x="131207" y="5477"/>
                    <a:pt x="131207" y="12621"/>
                  </a:cubicBezTo>
                  <a:cubicBezTo>
                    <a:pt x="131207" y="19764"/>
                    <a:pt x="137398" y="25241"/>
                    <a:pt x="144780" y="25241"/>
                  </a:cubicBezTo>
                  <a:cubicBezTo>
                    <a:pt x="151924" y="25241"/>
                    <a:pt x="158115" y="19764"/>
                    <a:pt x="158115" y="12621"/>
                  </a:cubicBezTo>
                  <a:close/>
                  <a:moveTo>
                    <a:pt x="92392" y="12621"/>
                  </a:moveTo>
                  <a:cubicBezTo>
                    <a:pt x="92392" y="5477"/>
                    <a:pt x="86201" y="0"/>
                    <a:pt x="79058" y="0"/>
                  </a:cubicBezTo>
                  <a:cubicBezTo>
                    <a:pt x="71676" y="0"/>
                    <a:pt x="65722" y="5477"/>
                    <a:pt x="65722" y="12621"/>
                  </a:cubicBezTo>
                  <a:cubicBezTo>
                    <a:pt x="65722" y="19764"/>
                    <a:pt x="71676" y="25241"/>
                    <a:pt x="79058" y="25241"/>
                  </a:cubicBezTo>
                  <a:cubicBezTo>
                    <a:pt x="86201" y="25241"/>
                    <a:pt x="92392" y="19764"/>
                    <a:pt x="92392" y="12621"/>
                  </a:cubicBezTo>
                  <a:close/>
                  <a:moveTo>
                    <a:pt x="26908" y="12621"/>
                  </a:moveTo>
                  <a:cubicBezTo>
                    <a:pt x="26908" y="5477"/>
                    <a:pt x="20717" y="0"/>
                    <a:pt x="13335" y="0"/>
                  </a:cubicBezTo>
                  <a:cubicBezTo>
                    <a:pt x="6191" y="0"/>
                    <a:pt x="0" y="5477"/>
                    <a:pt x="0" y="12621"/>
                  </a:cubicBezTo>
                  <a:cubicBezTo>
                    <a:pt x="0" y="19764"/>
                    <a:pt x="6191" y="25241"/>
                    <a:pt x="13335" y="25241"/>
                  </a:cubicBezTo>
                  <a:cubicBezTo>
                    <a:pt x="20479" y="25241"/>
                    <a:pt x="26908" y="19764"/>
                    <a:pt x="26908" y="1262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25" name="MathGlyph 225"/>
            <p:cNvSpPr/>
            <p:nvPr/>
          </p:nvSpPr>
          <p:spPr>
            <a:xfrm>
              <a:off x="4579505" y="2371486"/>
              <a:ext cx="27860" cy="71199"/>
            </a:xfrm>
            <a:custGeom>
              <a:avLst/>
              <a:gdLst/>
              <a:ahLst/>
              <a:cxnLst/>
              <a:rect l="l" t="t" r="r" b="b"/>
              <a:pathLst>
                <a:path w="27860" h="71199">
                  <a:moveTo>
                    <a:pt x="12621" y="0"/>
                  </a:moveTo>
                  <a:cubicBezTo>
                    <a:pt x="5001" y="0"/>
                    <a:pt x="0" y="5715"/>
                    <a:pt x="0" y="13335"/>
                  </a:cubicBezTo>
                  <a:cubicBezTo>
                    <a:pt x="0" y="20479"/>
                    <a:pt x="5477" y="26432"/>
                    <a:pt x="12621" y="26432"/>
                  </a:cubicBezTo>
                  <a:cubicBezTo>
                    <a:pt x="15954" y="26432"/>
                    <a:pt x="18812" y="25479"/>
                    <a:pt x="20955" y="23336"/>
                  </a:cubicBezTo>
                  <a:lnTo>
                    <a:pt x="21193" y="25241"/>
                  </a:lnTo>
                  <a:cubicBezTo>
                    <a:pt x="21193" y="40243"/>
                    <a:pt x="16193" y="53102"/>
                    <a:pt x="6191" y="63341"/>
                  </a:cubicBezTo>
                  <a:cubicBezTo>
                    <a:pt x="4524" y="65246"/>
                    <a:pt x="3572" y="66675"/>
                    <a:pt x="3572" y="67627"/>
                  </a:cubicBezTo>
                  <a:cubicBezTo>
                    <a:pt x="3572" y="70009"/>
                    <a:pt x="4524" y="71199"/>
                    <a:pt x="6668" y="71199"/>
                  </a:cubicBezTo>
                  <a:cubicBezTo>
                    <a:pt x="8811" y="71199"/>
                    <a:pt x="11668" y="68342"/>
                    <a:pt x="15716" y="62865"/>
                  </a:cubicBezTo>
                  <a:cubicBezTo>
                    <a:pt x="23812" y="51435"/>
                    <a:pt x="27861" y="38814"/>
                    <a:pt x="27861" y="25241"/>
                  </a:cubicBezTo>
                  <a:cubicBezTo>
                    <a:pt x="27861" y="12621"/>
                    <a:pt x="23574" y="0"/>
                    <a:pt x="12621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26" name="MathGlyph 226"/>
            <p:cNvSpPr/>
            <p:nvPr/>
          </p:nvSpPr>
          <p:spPr>
            <a:xfrm>
              <a:off x="4870256" y="2291476"/>
              <a:ext cx="129063" cy="107870"/>
            </a:xfrm>
            <a:custGeom>
              <a:avLst/>
              <a:gdLst/>
              <a:ahLst/>
              <a:cxnLst/>
              <a:rect l="l" t="t" r="r" b="b"/>
              <a:pathLst>
                <a:path w="129063" h="107870">
                  <a:moveTo>
                    <a:pt x="120967" y="72628"/>
                  </a:moveTo>
                  <a:cubicBezTo>
                    <a:pt x="115491" y="91440"/>
                    <a:pt x="107632" y="100965"/>
                    <a:pt x="97869" y="100965"/>
                  </a:cubicBezTo>
                  <a:cubicBezTo>
                    <a:pt x="94774" y="100965"/>
                    <a:pt x="93107" y="98584"/>
                    <a:pt x="93107" y="94059"/>
                  </a:cubicBezTo>
                  <a:cubicBezTo>
                    <a:pt x="93107" y="90726"/>
                    <a:pt x="94536" y="85249"/>
                    <a:pt x="97393" y="77867"/>
                  </a:cubicBezTo>
                  <a:cubicBezTo>
                    <a:pt x="106918" y="51911"/>
                    <a:pt x="111681" y="34766"/>
                    <a:pt x="111681" y="25956"/>
                  </a:cubicBezTo>
                  <a:cubicBezTo>
                    <a:pt x="111681" y="9287"/>
                    <a:pt x="100489" y="0"/>
                    <a:pt x="83820" y="0"/>
                  </a:cubicBezTo>
                  <a:cubicBezTo>
                    <a:pt x="69771" y="0"/>
                    <a:pt x="57626" y="6191"/>
                    <a:pt x="47863" y="18812"/>
                  </a:cubicBezTo>
                  <a:cubicBezTo>
                    <a:pt x="45958" y="8334"/>
                    <a:pt x="37624" y="0"/>
                    <a:pt x="25479" y="0"/>
                  </a:cubicBezTo>
                  <a:cubicBezTo>
                    <a:pt x="12144" y="0"/>
                    <a:pt x="6906" y="12383"/>
                    <a:pt x="3572" y="23098"/>
                  </a:cubicBezTo>
                  <a:cubicBezTo>
                    <a:pt x="1191" y="30718"/>
                    <a:pt x="0" y="35243"/>
                    <a:pt x="0" y="36909"/>
                  </a:cubicBezTo>
                  <a:cubicBezTo>
                    <a:pt x="0" y="39053"/>
                    <a:pt x="1191" y="40243"/>
                    <a:pt x="3810" y="40243"/>
                  </a:cubicBezTo>
                  <a:cubicBezTo>
                    <a:pt x="5001" y="40243"/>
                    <a:pt x="5715" y="40005"/>
                    <a:pt x="6429" y="39529"/>
                  </a:cubicBezTo>
                  <a:cubicBezTo>
                    <a:pt x="7620" y="37386"/>
                    <a:pt x="8334" y="35719"/>
                    <a:pt x="8572" y="34052"/>
                  </a:cubicBezTo>
                  <a:cubicBezTo>
                    <a:pt x="12859" y="15954"/>
                    <a:pt x="18336" y="6906"/>
                    <a:pt x="24765" y="6906"/>
                  </a:cubicBezTo>
                  <a:cubicBezTo>
                    <a:pt x="29051" y="6906"/>
                    <a:pt x="31194" y="10239"/>
                    <a:pt x="31194" y="16907"/>
                  </a:cubicBezTo>
                  <a:cubicBezTo>
                    <a:pt x="31194" y="20003"/>
                    <a:pt x="30004" y="26432"/>
                    <a:pt x="27384" y="36195"/>
                  </a:cubicBezTo>
                  <a:lnTo>
                    <a:pt x="13811" y="90249"/>
                  </a:lnTo>
                  <a:cubicBezTo>
                    <a:pt x="13097" y="93345"/>
                    <a:pt x="11668" y="99536"/>
                    <a:pt x="11668" y="100727"/>
                  </a:cubicBezTo>
                  <a:cubicBezTo>
                    <a:pt x="11668" y="105489"/>
                    <a:pt x="14288" y="107871"/>
                    <a:pt x="19526" y="107871"/>
                  </a:cubicBezTo>
                  <a:cubicBezTo>
                    <a:pt x="24051" y="107871"/>
                    <a:pt x="27384" y="105489"/>
                    <a:pt x="29051" y="100727"/>
                  </a:cubicBezTo>
                  <a:cubicBezTo>
                    <a:pt x="29528" y="99536"/>
                    <a:pt x="30956" y="93583"/>
                    <a:pt x="33576" y="83344"/>
                  </a:cubicBezTo>
                  <a:lnTo>
                    <a:pt x="38576" y="62151"/>
                  </a:lnTo>
                  <a:lnTo>
                    <a:pt x="45720" y="35004"/>
                  </a:lnTo>
                  <a:cubicBezTo>
                    <a:pt x="48339" y="29528"/>
                    <a:pt x="52388" y="24051"/>
                    <a:pt x="57388" y="18336"/>
                  </a:cubicBezTo>
                  <a:cubicBezTo>
                    <a:pt x="64294" y="10716"/>
                    <a:pt x="72866" y="6906"/>
                    <a:pt x="83106" y="6906"/>
                  </a:cubicBezTo>
                  <a:cubicBezTo>
                    <a:pt x="90964" y="6906"/>
                    <a:pt x="94774" y="12144"/>
                    <a:pt x="94774" y="22384"/>
                  </a:cubicBezTo>
                  <a:cubicBezTo>
                    <a:pt x="94774" y="31433"/>
                    <a:pt x="89773" y="49530"/>
                    <a:pt x="79534" y="76676"/>
                  </a:cubicBezTo>
                  <a:cubicBezTo>
                    <a:pt x="77867" y="80962"/>
                    <a:pt x="77153" y="84534"/>
                    <a:pt x="77153" y="87630"/>
                  </a:cubicBezTo>
                  <a:cubicBezTo>
                    <a:pt x="77153" y="99298"/>
                    <a:pt x="85963" y="107871"/>
                    <a:pt x="97393" y="107871"/>
                  </a:cubicBezTo>
                  <a:cubicBezTo>
                    <a:pt x="107871" y="107871"/>
                    <a:pt x="116205" y="101918"/>
                    <a:pt x="122158" y="90011"/>
                  </a:cubicBezTo>
                  <a:cubicBezTo>
                    <a:pt x="126682" y="80486"/>
                    <a:pt x="129064" y="74057"/>
                    <a:pt x="129064" y="70961"/>
                  </a:cubicBezTo>
                  <a:cubicBezTo>
                    <a:pt x="129064" y="68818"/>
                    <a:pt x="127873" y="67628"/>
                    <a:pt x="125254" y="67628"/>
                  </a:cubicBezTo>
                  <a:cubicBezTo>
                    <a:pt x="124539" y="67628"/>
                    <a:pt x="120967" y="69771"/>
                    <a:pt x="120967" y="72628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27" name="MathGlyph 227"/>
            <p:cNvSpPr/>
            <p:nvPr/>
          </p:nvSpPr>
          <p:spPr>
            <a:xfrm>
              <a:off x="5025990" y="2226230"/>
              <a:ext cx="26669" cy="170497"/>
            </a:xfrm>
            <a:custGeom>
              <a:avLst/>
              <a:gdLst/>
              <a:ahLst/>
              <a:cxnLst/>
              <a:rect l="l" t="t" r="r" b="b"/>
              <a:pathLst>
                <a:path w="26669" h="170497">
                  <a:moveTo>
                    <a:pt x="13335" y="0"/>
                  </a:moveTo>
                  <a:cubicBezTo>
                    <a:pt x="6429" y="0"/>
                    <a:pt x="0" y="5953"/>
                    <a:pt x="714" y="13097"/>
                  </a:cubicBezTo>
                  <a:lnTo>
                    <a:pt x="9287" y="120253"/>
                  </a:lnTo>
                  <a:cubicBezTo>
                    <a:pt x="9525" y="124301"/>
                    <a:pt x="10954" y="126444"/>
                    <a:pt x="13335" y="126444"/>
                  </a:cubicBezTo>
                  <a:cubicBezTo>
                    <a:pt x="15716" y="126444"/>
                    <a:pt x="17145" y="124539"/>
                    <a:pt x="17383" y="120491"/>
                  </a:cubicBezTo>
                  <a:lnTo>
                    <a:pt x="25956" y="13097"/>
                  </a:lnTo>
                  <a:cubicBezTo>
                    <a:pt x="26670" y="5953"/>
                    <a:pt x="20241" y="0"/>
                    <a:pt x="13335" y="0"/>
                  </a:cubicBezTo>
                  <a:close/>
                  <a:moveTo>
                    <a:pt x="25956" y="157162"/>
                  </a:moveTo>
                  <a:cubicBezTo>
                    <a:pt x="25956" y="149781"/>
                    <a:pt x="20479" y="143589"/>
                    <a:pt x="13335" y="143589"/>
                  </a:cubicBezTo>
                  <a:cubicBezTo>
                    <a:pt x="6191" y="143589"/>
                    <a:pt x="714" y="149781"/>
                    <a:pt x="714" y="157162"/>
                  </a:cubicBezTo>
                  <a:cubicBezTo>
                    <a:pt x="714" y="164306"/>
                    <a:pt x="6191" y="170498"/>
                    <a:pt x="13335" y="170498"/>
                  </a:cubicBezTo>
                  <a:cubicBezTo>
                    <a:pt x="20479" y="170498"/>
                    <a:pt x="25956" y="164306"/>
                    <a:pt x="25956" y="157162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28" name="MathGlyph 228"/>
            <p:cNvSpPr/>
            <p:nvPr/>
          </p:nvSpPr>
          <p:spPr>
            <a:xfrm>
              <a:off x="5138680" y="2257901"/>
              <a:ext cx="158591" cy="158591"/>
            </a:xfrm>
            <a:custGeom>
              <a:avLst/>
              <a:gdLst/>
              <a:ahLst/>
              <a:cxnLst/>
              <a:rect l="l" t="t" r="r" b="b"/>
              <a:pathLst>
                <a:path w="158591" h="158591">
                  <a:moveTo>
                    <a:pt x="152876" y="73581"/>
                  </a:moveTo>
                  <a:lnTo>
                    <a:pt x="85011" y="73581"/>
                  </a:lnTo>
                  <a:lnTo>
                    <a:pt x="85011" y="5715"/>
                  </a:lnTo>
                  <a:cubicBezTo>
                    <a:pt x="85011" y="1905"/>
                    <a:pt x="83106" y="0"/>
                    <a:pt x="79296" y="0"/>
                  </a:cubicBezTo>
                  <a:cubicBezTo>
                    <a:pt x="75486" y="0"/>
                    <a:pt x="73581" y="1905"/>
                    <a:pt x="73581" y="5715"/>
                  </a:cubicBezTo>
                  <a:lnTo>
                    <a:pt x="73581" y="73581"/>
                  </a:lnTo>
                  <a:lnTo>
                    <a:pt x="5715" y="73581"/>
                  </a:lnTo>
                  <a:cubicBezTo>
                    <a:pt x="1905" y="73581"/>
                    <a:pt x="0" y="75486"/>
                    <a:pt x="0" y="79296"/>
                  </a:cubicBezTo>
                  <a:cubicBezTo>
                    <a:pt x="0" y="83106"/>
                    <a:pt x="1905" y="85011"/>
                    <a:pt x="5715" y="85011"/>
                  </a:cubicBezTo>
                  <a:lnTo>
                    <a:pt x="73581" y="85011"/>
                  </a:lnTo>
                  <a:lnTo>
                    <a:pt x="73581" y="152876"/>
                  </a:lnTo>
                  <a:cubicBezTo>
                    <a:pt x="73581" y="156686"/>
                    <a:pt x="75486" y="158591"/>
                    <a:pt x="79296" y="158591"/>
                  </a:cubicBezTo>
                  <a:cubicBezTo>
                    <a:pt x="83106" y="158591"/>
                    <a:pt x="85011" y="156686"/>
                    <a:pt x="85011" y="152876"/>
                  </a:cubicBezTo>
                  <a:lnTo>
                    <a:pt x="85011" y="85011"/>
                  </a:lnTo>
                  <a:lnTo>
                    <a:pt x="152876" y="85011"/>
                  </a:lnTo>
                  <a:cubicBezTo>
                    <a:pt x="156686" y="85011"/>
                    <a:pt x="158591" y="83106"/>
                    <a:pt x="158591" y="79296"/>
                  </a:cubicBezTo>
                  <a:cubicBezTo>
                    <a:pt x="158591" y="76200"/>
                    <a:pt x="155972" y="73581"/>
                    <a:pt x="152876" y="7358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  <p:sp>
          <p:nvSpPr>
            <p:cNvPr id="229" name="MathGlyph 229"/>
            <p:cNvSpPr/>
            <p:nvPr/>
          </p:nvSpPr>
          <p:spPr>
            <a:xfrm>
              <a:off x="5370423" y="2291476"/>
              <a:ext cx="129063" cy="107870"/>
            </a:xfrm>
            <a:custGeom>
              <a:avLst/>
              <a:gdLst/>
              <a:ahLst/>
              <a:cxnLst/>
              <a:rect l="l" t="t" r="r" b="b"/>
              <a:pathLst>
                <a:path w="129063" h="107870">
                  <a:moveTo>
                    <a:pt x="120967" y="72628"/>
                  </a:moveTo>
                  <a:cubicBezTo>
                    <a:pt x="115491" y="91440"/>
                    <a:pt x="107632" y="100965"/>
                    <a:pt x="97869" y="100965"/>
                  </a:cubicBezTo>
                  <a:cubicBezTo>
                    <a:pt x="94774" y="100965"/>
                    <a:pt x="93107" y="98584"/>
                    <a:pt x="93107" y="94059"/>
                  </a:cubicBezTo>
                  <a:cubicBezTo>
                    <a:pt x="93107" y="90726"/>
                    <a:pt x="94536" y="85249"/>
                    <a:pt x="97393" y="77867"/>
                  </a:cubicBezTo>
                  <a:cubicBezTo>
                    <a:pt x="106918" y="51911"/>
                    <a:pt x="111681" y="34766"/>
                    <a:pt x="111681" y="25956"/>
                  </a:cubicBezTo>
                  <a:cubicBezTo>
                    <a:pt x="111681" y="9287"/>
                    <a:pt x="100489" y="0"/>
                    <a:pt x="83820" y="0"/>
                  </a:cubicBezTo>
                  <a:cubicBezTo>
                    <a:pt x="69771" y="0"/>
                    <a:pt x="57626" y="6191"/>
                    <a:pt x="47863" y="18812"/>
                  </a:cubicBezTo>
                  <a:cubicBezTo>
                    <a:pt x="45958" y="8334"/>
                    <a:pt x="37624" y="0"/>
                    <a:pt x="25479" y="0"/>
                  </a:cubicBezTo>
                  <a:cubicBezTo>
                    <a:pt x="12144" y="0"/>
                    <a:pt x="6906" y="12383"/>
                    <a:pt x="3572" y="23098"/>
                  </a:cubicBezTo>
                  <a:cubicBezTo>
                    <a:pt x="1191" y="30718"/>
                    <a:pt x="0" y="35243"/>
                    <a:pt x="0" y="36909"/>
                  </a:cubicBezTo>
                  <a:cubicBezTo>
                    <a:pt x="0" y="39053"/>
                    <a:pt x="1191" y="40243"/>
                    <a:pt x="3810" y="40243"/>
                  </a:cubicBezTo>
                  <a:cubicBezTo>
                    <a:pt x="5001" y="40243"/>
                    <a:pt x="5715" y="40005"/>
                    <a:pt x="6429" y="39529"/>
                  </a:cubicBezTo>
                  <a:cubicBezTo>
                    <a:pt x="7620" y="37386"/>
                    <a:pt x="8334" y="35719"/>
                    <a:pt x="8572" y="34052"/>
                  </a:cubicBezTo>
                  <a:cubicBezTo>
                    <a:pt x="12859" y="15954"/>
                    <a:pt x="18336" y="6906"/>
                    <a:pt x="24765" y="6906"/>
                  </a:cubicBezTo>
                  <a:cubicBezTo>
                    <a:pt x="29051" y="6906"/>
                    <a:pt x="31194" y="10239"/>
                    <a:pt x="31194" y="16907"/>
                  </a:cubicBezTo>
                  <a:cubicBezTo>
                    <a:pt x="31194" y="20003"/>
                    <a:pt x="30004" y="26432"/>
                    <a:pt x="27384" y="36195"/>
                  </a:cubicBezTo>
                  <a:lnTo>
                    <a:pt x="13811" y="90249"/>
                  </a:lnTo>
                  <a:cubicBezTo>
                    <a:pt x="13097" y="93345"/>
                    <a:pt x="11668" y="99536"/>
                    <a:pt x="11668" y="100727"/>
                  </a:cubicBezTo>
                  <a:cubicBezTo>
                    <a:pt x="11668" y="105489"/>
                    <a:pt x="14288" y="107871"/>
                    <a:pt x="19526" y="107871"/>
                  </a:cubicBezTo>
                  <a:cubicBezTo>
                    <a:pt x="24051" y="107871"/>
                    <a:pt x="27384" y="105489"/>
                    <a:pt x="29051" y="100727"/>
                  </a:cubicBezTo>
                  <a:cubicBezTo>
                    <a:pt x="29528" y="99536"/>
                    <a:pt x="30956" y="93583"/>
                    <a:pt x="33576" y="83344"/>
                  </a:cubicBezTo>
                  <a:lnTo>
                    <a:pt x="38576" y="62151"/>
                  </a:lnTo>
                  <a:lnTo>
                    <a:pt x="45720" y="35004"/>
                  </a:lnTo>
                  <a:cubicBezTo>
                    <a:pt x="48339" y="29528"/>
                    <a:pt x="52388" y="24051"/>
                    <a:pt x="57388" y="18336"/>
                  </a:cubicBezTo>
                  <a:cubicBezTo>
                    <a:pt x="64294" y="10716"/>
                    <a:pt x="72866" y="6906"/>
                    <a:pt x="83106" y="6906"/>
                  </a:cubicBezTo>
                  <a:cubicBezTo>
                    <a:pt x="90964" y="6906"/>
                    <a:pt x="94774" y="12144"/>
                    <a:pt x="94774" y="22384"/>
                  </a:cubicBezTo>
                  <a:cubicBezTo>
                    <a:pt x="94774" y="31433"/>
                    <a:pt x="89773" y="49530"/>
                    <a:pt x="79534" y="76676"/>
                  </a:cubicBezTo>
                  <a:cubicBezTo>
                    <a:pt x="77867" y="80962"/>
                    <a:pt x="77153" y="84534"/>
                    <a:pt x="77153" y="87630"/>
                  </a:cubicBezTo>
                  <a:cubicBezTo>
                    <a:pt x="77153" y="99298"/>
                    <a:pt x="85963" y="107871"/>
                    <a:pt x="97393" y="107871"/>
                  </a:cubicBezTo>
                  <a:cubicBezTo>
                    <a:pt x="107871" y="107871"/>
                    <a:pt x="116205" y="101918"/>
                    <a:pt x="122158" y="90011"/>
                  </a:cubicBezTo>
                  <a:cubicBezTo>
                    <a:pt x="126682" y="80486"/>
                    <a:pt x="129064" y="74057"/>
                    <a:pt x="129064" y="70961"/>
                  </a:cubicBezTo>
                  <a:cubicBezTo>
                    <a:pt x="129064" y="68818"/>
                    <a:pt x="127873" y="67628"/>
                    <a:pt x="125254" y="67628"/>
                  </a:cubicBezTo>
                  <a:cubicBezTo>
                    <a:pt x="124539" y="67628"/>
                    <a:pt x="120967" y="69771"/>
                    <a:pt x="120967" y="72628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</p:sp>
      </p:grpSp>
      <p:sp>
        <p:nvSpPr>
          <p:cNvPr id="215" name="MathGlyph 215"/>
          <p:cNvSpPr/>
          <p:nvPr/>
        </p:nvSpPr>
        <p:spPr>
          <a:xfrm>
            <a:off x="7370826" y="2257901"/>
            <a:ext cx="158591" cy="158591"/>
          </a:xfrm>
          <a:custGeom>
            <a:avLst/>
            <a:gdLst/>
            <a:ahLst/>
            <a:cxnLst/>
            <a:rect l="l" t="t" r="r" b="b"/>
            <a:pathLst>
              <a:path w="158591" h="158591">
                <a:moveTo>
                  <a:pt x="152876" y="158591"/>
                </a:moveTo>
                <a:cubicBezTo>
                  <a:pt x="156686" y="158591"/>
                  <a:pt x="158591" y="156686"/>
                  <a:pt x="158591" y="152876"/>
                </a:cubicBezTo>
                <a:lnTo>
                  <a:pt x="158591" y="5715"/>
                </a:lnTo>
                <a:cubicBezTo>
                  <a:pt x="158591" y="1905"/>
                  <a:pt x="156686" y="0"/>
                  <a:pt x="152876" y="0"/>
                </a:cubicBezTo>
                <a:lnTo>
                  <a:pt x="5715" y="0"/>
                </a:lnTo>
                <a:cubicBezTo>
                  <a:pt x="1905" y="0"/>
                  <a:pt x="0" y="1905"/>
                  <a:pt x="0" y="5715"/>
                </a:cubicBezTo>
                <a:lnTo>
                  <a:pt x="0" y="152876"/>
                </a:lnTo>
                <a:cubicBezTo>
                  <a:pt x="0" y="156686"/>
                  <a:pt x="1905" y="158591"/>
                  <a:pt x="5715" y="158591"/>
                </a:cubicBezTo>
                <a:close/>
                <a:moveTo>
                  <a:pt x="147399" y="11192"/>
                </a:moveTo>
                <a:lnTo>
                  <a:pt x="147399" y="147399"/>
                </a:lnTo>
                <a:lnTo>
                  <a:pt x="11192" y="147399"/>
                </a:lnTo>
                <a:lnTo>
                  <a:pt x="11192" y="1119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1889550" y="2566387"/>
            <a:ext cx="3444918" cy="19050"/>
          </a:xfrm>
          <a:custGeom>
            <a:avLst/>
            <a:gdLst/>
            <a:ahLst/>
            <a:cxnLst/>
            <a:rect l="l" t="t" r="r" b="b"/>
            <a:pathLst>
              <a:path w="3444918" h="19050">
                <a:moveTo>
                  <a:pt x="0" y="0"/>
                </a:moveTo>
                <a:lnTo>
                  <a:pt x="0" y="19050"/>
                </a:lnTo>
                <a:lnTo>
                  <a:pt x="3444919" y="19050"/>
                </a:lnTo>
                <a:lnTo>
                  <a:pt x="3444919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5334466" y="2566387"/>
            <a:ext cx="794981" cy="19050"/>
          </a:xfrm>
          <a:custGeom>
            <a:avLst/>
            <a:gdLst/>
            <a:ahLst/>
            <a:cxnLst/>
            <a:rect l="l" t="t" r="r" b="b"/>
            <a:pathLst>
              <a:path w="794981" h="19050">
                <a:moveTo>
                  <a:pt x="0" y="0"/>
                </a:moveTo>
                <a:lnTo>
                  <a:pt x="0" y="19050"/>
                </a:lnTo>
                <a:lnTo>
                  <a:pt x="794981" y="19050"/>
                </a:lnTo>
                <a:lnTo>
                  <a:pt x="794981" y="0"/>
                </a:lnTo>
                <a:close/>
              </a:path>
            </a:pathLst>
          </a:custGeom>
          <a:solidFill>
            <a:srgbClr val="A0A0A0"/>
          </a:solidFill>
        </p:spPr>
      </p:sp>
      <p:sp>
        <p:nvSpPr>
          <p:cNvPr id="102" name="TextBox 101"/>
          <p:cNvSpPr txBox="1"/>
          <p:nvPr/>
        </p:nvSpPr>
        <p:spPr>
          <a:xfrm>
            <a:off x="1889550" y="2050761"/>
            <a:ext cx="1467697" cy="3571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790">
                <a:solidFill>
                  <a:srgbClr val="04364A"/>
                </a:solidFill>
                <a:latin typeface="Arial"/>
              </a:rPr>
              <a:t>3.</a:t>
            </a:r>
            <a:r>
              <a:rPr b="1" i="0" sz="2790">
                <a:solidFill>
                  <a:srgbClr val="04364A"/>
                </a:solidFill>
                <a:latin typeface="Arial"/>
              </a:rPr>
              <a:t> Others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0" y="0"/>
            <a:ext cx="7016625" cy="19050"/>
          </a:xfrm>
          <a:custGeom>
            <a:avLst/>
            <a:gdLst/>
            <a:ahLst/>
            <a:cxnLst/>
            <a:rect l="l" t="t" r="r" b="b"/>
            <a:pathLst>
              <a:path w="7016625" h="19050">
                <a:moveTo>
                  <a:pt x="0" y="0"/>
                </a:moveTo>
                <a:lnTo>
                  <a:pt x="0" y="19050"/>
                </a:lnTo>
                <a:lnTo>
                  <a:pt x="7016625" y="19050"/>
                </a:lnTo>
                <a:lnTo>
                  <a:pt x="7016625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7016629" y="0"/>
            <a:ext cx="1002374" cy="19050"/>
          </a:xfrm>
          <a:custGeom>
            <a:avLst/>
            <a:gdLst/>
            <a:ahLst/>
            <a:cxnLst/>
            <a:rect l="l" t="t" r="r" b="b"/>
            <a:pathLst>
              <a:path w="1002374" h="19050">
                <a:moveTo>
                  <a:pt x="0" y="0"/>
                </a:moveTo>
                <a:lnTo>
                  <a:pt x="0" y="19050"/>
                </a:lnTo>
                <a:lnTo>
                  <a:pt x="1002375" y="19050"/>
                </a:lnTo>
                <a:lnTo>
                  <a:pt x="1002375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2" name="Freeform 102"/>
          <p:cNvSpPr/>
          <p:nvPr/>
        </p:nvSpPr>
        <p:spPr>
          <a:xfrm>
            <a:off x="0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3" name="Freeform 103"/>
          <p:cNvSpPr/>
          <p:nvPr/>
        </p:nvSpPr>
        <p:spPr>
          <a:xfrm>
            <a:off x="2004745" y="4367812"/>
            <a:ext cx="4009500" cy="142875"/>
          </a:xfrm>
          <a:custGeom>
            <a:avLst/>
            <a:gdLst/>
            <a:ahLst/>
            <a:cxnLst/>
            <a:rect l="l" t="t" r="r" b="b"/>
            <a:pathLst>
              <a:path w="4009500" h="142875">
                <a:moveTo>
                  <a:pt x="0" y="0"/>
                </a:moveTo>
                <a:lnTo>
                  <a:pt x="0" y="142875"/>
                </a:lnTo>
                <a:lnTo>
                  <a:pt x="4009500" y="142875"/>
                </a:lnTo>
                <a:lnTo>
                  <a:pt x="4009500" y="0"/>
                </a:lnTo>
                <a:close/>
              </a:path>
            </a:pathLst>
          </a:custGeom>
          <a:solidFill>
            <a:srgbClr val="176B87"/>
          </a:solidFill>
        </p:spPr>
      </p:sp>
      <p:sp>
        <p:nvSpPr>
          <p:cNvPr id="104" name="Freeform 104"/>
          <p:cNvSpPr/>
          <p:nvPr/>
        </p:nvSpPr>
        <p:spPr>
          <a:xfrm>
            <a:off x="6014246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5" name="TextBox 104"/>
          <p:cNvSpPr txBox="1"/>
          <p:nvPr/>
        </p:nvSpPr>
        <p:spPr>
          <a:xfrm>
            <a:off x="119062" y="57588"/>
            <a:ext cx="2018263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32">
                <a:solidFill>
                  <a:srgbClr val="04364A"/>
                </a:solidFill>
                <a:latin typeface="Arial"/>
              </a:rPr>
              <a:t>3.1</a:t>
            </a:r>
            <a:r>
              <a:rPr b="1" i="0" sz="2232">
                <a:solidFill>
                  <a:srgbClr val="04364A"/>
                </a:solidFill>
                <a:latin typeface="Arial"/>
              </a:rPr>
              <a:t> Side-by-side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608578" y="76285"/>
            <a:ext cx="1291363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A7B9C0"/>
                </a:solidFill>
                <a:latin typeface="Arial"/>
              </a:rPr>
              <a:t>3.</a:t>
            </a:r>
            <a:r>
              <a:rPr b="0" i="0" sz="1860">
                <a:solidFill>
                  <a:srgbClr val="A7B9C0"/>
                </a:solidFill>
                <a:latin typeface="Arial"/>
              </a:rPr>
              <a:t> Others</a:t>
            </a:r>
            <a:r>
              <a:rPr b="0" i="0" sz="1874">
                <a:solidFill>
                  <a:srgbClr val="A7B9C0"/>
                </a:solidFill>
                <a:latin typeface="Consolas"/>
              </a:rPr>
              <a:t> 🏫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6250" y="443960"/>
            <a:ext cx="1277073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First column.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128563" y="443960"/>
            <a:ext cx="153543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Second column.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44638" y="4394996"/>
            <a:ext cx="31546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Authors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919242" y="4394996"/>
            <a:ext cx="18050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744">
                <a:solidFill>
                  <a:srgbClr val="FFFFFF"/>
                </a:solidFill>
                <a:latin typeface="Arial"/>
              </a:rPr>
              <a:t>Title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66741" y="4394996"/>
            <a:ext cx="4187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2026-04-15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10951" y="4394996"/>
            <a:ext cx="255548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744">
                <a:solidFill>
                  <a:srgbClr val="FFFFFF"/>
                </a:solidFill>
                <a:latin typeface="Arial"/>
              </a:rPr>
              <a:t>14 / </a:t>
            </a:r>
            <a:r>
              <a:rPr b="0" i="0" sz="744">
                <a:solidFill>
                  <a:srgbClr val="FFFFFF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0" y="0"/>
            <a:ext cx="7517812" cy="19050"/>
          </a:xfrm>
          <a:custGeom>
            <a:avLst/>
            <a:gdLst/>
            <a:ahLst/>
            <a:cxnLst/>
            <a:rect l="l" t="t" r="r" b="b"/>
            <a:pathLst>
              <a:path w="7517812" h="19050">
                <a:moveTo>
                  <a:pt x="0" y="0"/>
                </a:moveTo>
                <a:lnTo>
                  <a:pt x="0" y="19050"/>
                </a:lnTo>
                <a:lnTo>
                  <a:pt x="7517813" y="19050"/>
                </a:lnTo>
                <a:lnTo>
                  <a:pt x="7517813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7517815" y="0"/>
            <a:ext cx="501187" cy="19050"/>
          </a:xfrm>
          <a:custGeom>
            <a:avLst/>
            <a:gdLst/>
            <a:ahLst/>
            <a:cxnLst/>
            <a:rect l="l" t="t" r="r" b="b"/>
            <a:pathLst>
              <a:path w="501187" h="19050">
                <a:moveTo>
                  <a:pt x="0" y="0"/>
                </a:moveTo>
                <a:lnTo>
                  <a:pt x="0" y="19050"/>
                </a:lnTo>
                <a:lnTo>
                  <a:pt x="501187" y="19050"/>
                </a:lnTo>
                <a:lnTo>
                  <a:pt x="501187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2" name="Freeform 102"/>
          <p:cNvSpPr/>
          <p:nvPr/>
        </p:nvSpPr>
        <p:spPr>
          <a:xfrm>
            <a:off x="0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3" name="Freeform 103"/>
          <p:cNvSpPr/>
          <p:nvPr/>
        </p:nvSpPr>
        <p:spPr>
          <a:xfrm>
            <a:off x="2004745" y="4367812"/>
            <a:ext cx="4009500" cy="142875"/>
          </a:xfrm>
          <a:custGeom>
            <a:avLst/>
            <a:gdLst/>
            <a:ahLst/>
            <a:cxnLst/>
            <a:rect l="l" t="t" r="r" b="b"/>
            <a:pathLst>
              <a:path w="4009500" h="142875">
                <a:moveTo>
                  <a:pt x="0" y="0"/>
                </a:moveTo>
                <a:lnTo>
                  <a:pt x="0" y="142875"/>
                </a:lnTo>
                <a:lnTo>
                  <a:pt x="4009500" y="142875"/>
                </a:lnTo>
                <a:lnTo>
                  <a:pt x="4009500" y="0"/>
                </a:lnTo>
                <a:close/>
              </a:path>
            </a:pathLst>
          </a:custGeom>
          <a:solidFill>
            <a:srgbClr val="176B87"/>
          </a:solidFill>
        </p:spPr>
      </p:sp>
      <p:sp>
        <p:nvSpPr>
          <p:cNvPr id="104" name="Freeform 104"/>
          <p:cNvSpPr/>
          <p:nvPr/>
        </p:nvSpPr>
        <p:spPr>
          <a:xfrm>
            <a:off x="6014246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5" name="TextBox 104"/>
          <p:cNvSpPr txBox="1"/>
          <p:nvPr/>
        </p:nvSpPr>
        <p:spPr>
          <a:xfrm>
            <a:off x="119062" y="57588"/>
            <a:ext cx="2364866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32">
                <a:solidFill>
                  <a:srgbClr val="04364A"/>
                </a:solidFill>
                <a:latin typeface="Arial"/>
              </a:rPr>
              <a:t>3.2</a:t>
            </a:r>
            <a:r>
              <a:rPr b="1" i="0" sz="2232">
                <a:solidFill>
                  <a:srgbClr val="04364A"/>
                </a:solidFill>
                <a:latin typeface="Arial"/>
              </a:rPr>
              <a:t> Multiple Pages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608578" y="76285"/>
            <a:ext cx="1291363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A7B9C0"/>
                </a:solidFill>
                <a:latin typeface="Arial"/>
              </a:rPr>
              <a:t>3.</a:t>
            </a:r>
            <a:r>
              <a:rPr b="0" i="0" sz="1860">
                <a:solidFill>
                  <a:srgbClr val="A7B9C0"/>
                </a:solidFill>
                <a:latin typeface="Arial"/>
              </a:rPr>
              <a:t> Others</a:t>
            </a:r>
            <a:r>
              <a:rPr b="0" i="0" sz="1874">
                <a:solidFill>
                  <a:srgbClr val="A7B9C0"/>
                </a:solidFill>
                <a:latin typeface="Consolas"/>
              </a:rPr>
              <a:t> 🏫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6250" y="443960"/>
            <a:ext cx="7026821" cy="366426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Lorem ipsum dolor sit amet, consectetur adipiscing elit, sed do eiusmod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tempor incididunt ut labore et dolore magnam aliquam quaerat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voluptatem. Ut enim aeque doleamus animo, cum corpore dolemus, fieri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tamen permagna accessio potest, si aliquod aeternum et infinitum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impendere malum nobis opinemur. Quod idem licet transferre in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voluptatem, ut postea variari voluptas distinguique possit, augeri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amplificarique non possit. At etiam Athenis, ut e patre audiebam facete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et urbane Stoicos irridente, statua est in quo a nobis philosophia defensa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et collaudata est, cum id, quod maxime placeat, facere possimus, omnis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voluptas assumenda est, omnis dolor repellendus. Temporibus autem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quibusdam et aut officiis debitis aut rerum necessitatibus saepe eveniet,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ut et voluptates repudiandae sint et molestiae non recusandae. Itaque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44638" y="4394996"/>
            <a:ext cx="31546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Authors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919242" y="4394996"/>
            <a:ext cx="18050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744">
                <a:solidFill>
                  <a:srgbClr val="FFFFFF"/>
                </a:solidFill>
                <a:latin typeface="Arial"/>
              </a:rPr>
              <a:t>Title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66741" y="4394996"/>
            <a:ext cx="4187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2026-04-15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310951" y="4394996"/>
            <a:ext cx="255548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744">
                <a:solidFill>
                  <a:srgbClr val="FFFFFF"/>
                </a:solidFill>
                <a:latin typeface="Arial"/>
              </a:rPr>
              <a:t>15 / </a:t>
            </a:r>
            <a:r>
              <a:rPr b="0" i="0" sz="744">
                <a:solidFill>
                  <a:srgbClr val="FFFFFF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0" y="0"/>
            <a:ext cx="8019000" cy="19050"/>
          </a:xfrm>
          <a:custGeom>
            <a:avLst/>
            <a:gdLst/>
            <a:ahLst/>
            <a:cxnLst/>
            <a:rect l="l" t="t" r="r" b="b"/>
            <a:pathLst>
              <a:path w="8019000" h="19050">
                <a:moveTo>
                  <a:pt x="0" y="0"/>
                </a:moveTo>
                <a:lnTo>
                  <a:pt x="0" y="19050"/>
                </a:lnTo>
                <a:lnTo>
                  <a:pt x="8019000" y="19050"/>
                </a:lnTo>
                <a:lnTo>
                  <a:pt x="801900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8019002" y="0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0"/>
                </a:moveTo>
                <a:lnTo>
                  <a:pt x="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2" name="Freeform 102"/>
          <p:cNvSpPr/>
          <p:nvPr/>
        </p:nvSpPr>
        <p:spPr>
          <a:xfrm>
            <a:off x="0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3" name="Freeform 103"/>
          <p:cNvSpPr/>
          <p:nvPr/>
        </p:nvSpPr>
        <p:spPr>
          <a:xfrm>
            <a:off x="2004745" y="4367812"/>
            <a:ext cx="4009500" cy="142875"/>
          </a:xfrm>
          <a:custGeom>
            <a:avLst/>
            <a:gdLst/>
            <a:ahLst/>
            <a:cxnLst/>
            <a:rect l="l" t="t" r="r" b="b"/>
            <a:pathLst>
              <a:path w="4009500" h="142875">
                <a:moveTo>
                  <a:pt x="0" y="0"/>
                </a:moveTo>
                <a:lnTo>
                  <a:pt x="0" y="142875"/>
                </a:lnTo>
                <a:lnTo>
                  <a:pt x="4009500" y="142875"/>
                </a:lnTo>
                <a:lnTo>
                  <a:pt x="4009500" y="0"/>
                </a:lnTo>
                <a:close/>
              </a:path>
            </a:pathLst>
          </a:custGeom>
          <a:solidFill>
            <a:srgbClr val="176B87"/>
          </a:solidFill>
        </p:spPr>
      </p:sp>
      <p:sp>
        <p:nvSpPr>
          <p:cNvPr id="104" name="Freeform 104"/>
          <p:cNvSpPr/>
          <p:nvPr/>
        </p:nvSpPr>
        <p:spPr>
          <a:xfrm>
            <a:off x="6014246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5" name="TextBox 104"/>
          <p:cNvSpPr txBox="1"/>
          <p:nvPr/>
        </p:nvSpPr>
        <p:spPr>
          <a:xfrm>
            <a:off x="119062" y="57588"/>
            <a:ext cx="2364866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32">
                <a:solidFill>
                  <a:srgbClr val="04364A"/>
                </a:solidFill>
                <a:latin typeface="Arial"/>
              </a:rPr>
              <a:t>3.2</a:t>
            </a:r>
            <a:r>
              <a:rPr b="1" i="0" sz="2232">
                <a:solidFill>
                  <a:srgbClr val="04364A"/>
                </a:solidFill>
                <a:latin typeface="Arial"/>
              </a:rPr>
              <a:t> Multiple Pages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608578" y="76285"/>
            <a:ext cx="1291363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A7B9C0"/>
                </a:solidFill>
                <a:latin typeface="Arial"/>
              </a:rPr>
              <a:t>3.</a:t>
            </a:r>
            <a:r>
              <a:rPr b="0" i="0" sz="1860">
                <a:solidFill>
                  <a:srgbClr val="A7B9C0"/>
                </a:solidFill>
                <a:latin typeface="Arial"/>
              </a:rPr>
              <a:t> Others</a:t>
            </a:r>
            <a:r>
              <a:rPr b="0" i="0" sz="1874">
                <a:solidFill>
                  <a:srgbClr val="A7B9C0"/>
                </a:solidFill>
                <a:latin typeface="Consolas"/>
              </a:rPr>
              <a:t> 🏫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6250" y="443960"/>
            <a:ext cx="6966356" cy="24183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/>
            <a:r>
              <a:rPr b="0" i="0" sz="1860">
                <a:solidFill>
                  <a:srgbClr val="000000"/>
                </a:solidFill>
                <a:latin typeface="Arial"/>
              </a:rPr>
              <a:t>earum rerum defuturum, quas natura non depravata desiderat. Et quem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ad me accedis, saluto: 'chaere,' inquam, 'Tite!' lictores, turma omnis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chorusque: 'chaere, Tite!' hinc hostis mi Albucius, hinc inimicus. Sed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iure Mucius. Ego autem mirari satis non queo unde hoc sit tam insolens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domesticarum rerum fastidium. Non est omnino hic docendi locus; sed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ita prorsus existimo, neque eum Torquatum, qui hoc primus cognomen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invenerit, aut torquem illum hosti detraxisse, ut aliquam ex eo est</a:t>
            </a:r>
            <a:r>
              <a:rPr b="0" i="0" sz="1860">
                <a:solidFill>
                  <a:srgbClr val="000000"/>
                </a:solidFill>
                <a:latin typeface="Arial"/>
              </a:rPr>
              <a:t> consecutus? – Laudem et caritatem, quae sunt vitae.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44638" y="4394996"/>
            <a:ext cx="31546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Authors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919242" y="4394996"/>
            <a:ext cx="18050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744">
                <a:solidFill>
                  <a:srgbClr val="FFFFFF"/>
                </a:solidFill>
                <a:latin typeface="Arial"/>
              </a:rPr>
              <a:t>Title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66741" y="4394996"/>
            <a:ext cx="4187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2026-04-15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310951" y="4394996"/>
            <a:ext cx="255548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744">
                <a:solidFill>
                  <a:srgbClr val="FFFFFF"/>
                </a:solidFill>
                <a:latin typeface="Arial"/>
              </a:rPr>
              <a:t>16 / </a:t>
            </a:r>
            <a:r>
              <a:rPr b="0" i="0" sz="744">
                <a:solidFill>
                  <a:srgbClr val="FFFFFF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1889550" y="2566387"/>
            <a:ext cx="4239899" cy="19050"/>
          </a:xfrm>
          <a:custGeom>
            <a:avLst/>
            <a:gdLst/>
            <a:ahLst/>
            <a:cxnLst/>
            <a:rect l="l" t="t" r="r" b="b"/>
            <a:pathLst>
              <a:path w="4239899" h="19050">
                <a:moveTo>
                  <a:pt x="0" y="0"/>
                </a:moveTo>
                <a:lnTo>
                  <a:pt x="0" y="19050"/>
                </a:lnTo>
                <a:lnTo>
                  <a:pt x="4239900" y="19050"/>
                </a:lnTo>
                <a:lnTo>
                  <a:pt x="423990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6129451" y="2566387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0"/>
                </a:moveTo>
                <a:lnTo>
                  <a:pt x="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A0A0A0"/>
          </a:solidFill>
        </p:spPr>
      </p:sp>
      <p:sp>
        <p:nvSpPr>
          <p:cNvPr id="102" name="TextBox 101"/>
          <p:cNvSpPr txBox="1"/>
          <p:nvPr/>
        </p:nvSpPr>
        <p:spPr>
          <a:xfrm>
            <a:off x="1889550" y="2050761"/>
            <a:ext cx="1970217" cy="3571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790">
                <a:solidFill>
                  <a:srgbClr val="04364A"/>
                </a:solidFill>
                <a:latin typeface="Arial"/>
              </a:rPr>
              <a:t>4.</a:t>
            </a:r>
            <a:r>
              <a:rPr b="1" i="0" sz="2790">
                <a:solidFill>
                  <a:srgbClr val="04364A"/>
                </a:solidFill>
                <a:latin typeface="Arial"/>
              </a:rPr>
              <a:t> Appendix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Freeform 100"/>
          <p:cNvSpPr/>
          <p:nvPr/>
        </p:nvSpPr>
        <p:spPr>
          <a:xfrm>
            <a:off x="0" y="0"/>
            <a:ext cx="8019000" cy="19050"/>
          </a:xfrm>
          <a:custGeom>
            <a:avLst/>
            <a:gdLst/>
            <a:ahLst/>
            <a:cxnLst/>
            <a:rect l="l" t="t" r="r" b="b"/>
            <a:pathLst>
              <a:path w="8019000" h="19050">
                <a:moveTo>
                  <a:pt x="0" y="0"/>
                </a:moveTo>
                <a:lnTo>
                  <a:pt x="0" y="19050"/>
                </a:lnTo>
                <a:lnTo>
                  <a:pt x="8019000" y="19050"/>
                </a:lnTo>
                <a:lnTo>
                  <a:pt x="801900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1" name="Freeform 101"/>
          <p:cNvSpPr/>
          <p:nvPr/>
        </p:nvSpPr>
        <p:spPr>
          <a:xfrm>
            <a:off x="8019002" y="0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0"/>
                </a:moveTo>
                <a:lnTo>
                  <a:pt x="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2" name="Freeform 102"/>
          <p:cNvSpPr/>
          <p:nvPr/>
        </p:nvSpPr>
        <p:spPr>
          <a:xfrm>
            <a:off x="0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04364A"/>
          </a:solidFill>
        </p:spPr>
      </p:sp>
      <p:sp>
        <p:nvSpPr>
          <p:cNvPr id="103" name="Freeform 103"/>
          <p:cNvSpPr/>
          <p:nvPr/>
        </p:nvSpPr>
        <p:spPr>
          <a:xfrm>
            <a:off x="2004745" y="4367812"/>
            <a:ext cx="4009500" cy="142875"/>
          </a:xfrm>
          <a:custGeom>
            <a:avLst/>
            <a:gdLst/>
            <a:ahLst/>
            <a:cxnLst/>
            <a:rect l="l" t="t" r="r" b="b"/>
            <a:pathLst>
              <a:path w="4009500" h="142875">
                <a:moveTo>
                  <a:pt x="0" y="0"/>
                </a:moveTo>
                <a:lnTo>
                  <a:pt x="0" y="142875"/>
                </a:lnTo>
                <a:lnTo>
                  <a:pt x="4009500" y="142875"/>
                </a:lnTo>
                <a:lnTo>
                  <a:pt x="4009500" y="0"/>
                </a:lnTo>
                <a:close/>
              </a:path>
            </a:pathLst>
          </a:custGeom>
          <a:solidFill>
            <a:srgbClr val="176B87"/>
          </a:solidFill>
        </p:spPr>
      </p:sp>
      <p:sp>
        <p:nvSpPr>
          <p:cNvPr id="104" name="Freeform 104"/>
          <p:cNvSpPr/>
          <p:nvPr/>
        </p:nvSpPr>
        <p:spPr>
          <a:xfrm>
            <a:off x="6014246" y="4367812"/>
            <a:ext cx="2004749" cy="142875"/>
          </a:xfrm>
          <a:custGeom>
            <a:avLst/>
            <a:gdLst/>
            <a:ahLst/>
            <a:cxnLst/>
            <a:rect l="l" t="t" r="r" b="b"/>
            <a:pathLst>
              <a:path w="2004749" h="142875">
                <a:moveTo>
                  <a:pt x="0" y="0"/>
                </a:moveTo>
                <a:lnTo>
                  <a:pt x="0" y="142875"/>
                </a:lnTo>
                <a:lnTo>
                  <a:pt x="2004750" y="142875"/>
                </a:lnTo>
                <a:lnTo>
                  <a:pt x="2004750" y="0"/>
                </a:lnTo>
                <a:close/>
              </a:path>
            </a:pathLst>
          </a:custGeom>
          <a:solidFill>
            <a:srgbClr val="448C95"/>
          </a:solidFill>
        </p:spPr>
      </p:sp>
      <p:sp>
        <p:nvSpPr>
          <p:cNvPr id="105" name="TextBox 104"/>
          <p:cNvSpPr txBox="1"/>
          <p:nvPr/>
        </p:nvSpPr>
        <p:spPr>
          <a:xfrm>
            <a:off x="119062" y="57588"/>
            <a:ext cx="172304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32">
                <a:solidFill>
                  <a:srgbClr val="04364A"/>
                </a:solidFill>
                <a:latin typeface="Arial"/>
              </a:rPr>
              <a:t>4.1</a:t>
            </a:r>
            <a:r>
              <a:rPr b="1" i="0" sz="2232">
                <a:solidFill>
                  <a:srgbClr val="04364A"/>
                </a:solidFill>
                <a:latin typeface="Arial"/>
              </a:rPr>
              <a:t> Appendix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315446" y="76285"/>
            <a:ext cx="1584494" cy="239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1860">
                <a:solidFill>
                  <a:srgbClr val="A7B9C0"/>
                </a:solidFill>
                <a:latin typeface="Arial"/>
              </a:rPr>
              <a:t>4.</a:t>
            </a:r>
            <a:r>
              <a:rPr b="0" i="0" sz="1860">
                <a:solidFill>
                  <a:srgbClr val="A7B9C0"/>
                </a:solidFill>
                <a:latin typeface="Arial"/>
              </a:rPr>
              <a:t> Appendix</a:t>
            </a:r>
            <a:r>
              <a:rPr b="0" i="0" sz="1874">
                <a:solidFill>
                  <a:srgbClr val="A7B9C0"/>
                </a:solidFill>
                <a:latin typeface="Consolas"/>
              </a:rPr>
              <a:t> 🏫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6250" y="443960"/>
            <a:ext cx="4727981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860">
                <a:solidFill>
                  <a:srgbClr val="000000"/>
                </a:solidFill>
                <a:latin typeface="Arial"/>
              </a:rPr>
              <a:t>Please pay attention to the current slide number.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44638" y="4394996"/>
            <a:ext cx="31546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Authors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919242" y="4394996"/>
            <a:ext cx="18050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744">
                <a:solidFill>
                  <a:srgbClr val="FFFFFF"/>
                </a:solidFill>
                <a:latin typeface="Arial"/>
              </a:rPr>
              <a:t>Title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66741" y="4394996"/>
            <a:ext cx="4187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744">
                <a:solidFill>
                  <a:srgbClr val="FFFFFF"/>
                </a:solidFill>
                <a:latin typeface="Arial"/>
              </a:rPr>
              <a:t>2026-04-15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310951" y="4394996"/>
            <a:ext cx="255548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0" i="0" sz="744">
                <a:solidFill>
                  <a:srgbClr val="FFFFFF"/>
                </a:solidFill>
                <a:latin typeface="Arial"/>
              </a:rPr>
              <a:t>18 / </a:t>
            </a:r>
            <a:r>
              <a:rPr b="0" i="0" sz="744">
                <a:solidFill>
                  <a:srgbClr val="FFFFFF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